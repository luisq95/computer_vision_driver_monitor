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heme/themeOverride1.xml" ContentType="application/vnd.openxmlformats-officedocument.themeOverr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theme/themeOverride2.xml" ContentType="application/vnd.openxmlformats-officedocument.themeOverride+xml"/>
  <Override PartName="/ppt/notesSlides/notesSlide5.xml" ContentType="application/vnd.openxmlformats-officedocument.presentationml.notesSlide+xml"/>
  <Override PartName="/ppt/theme/themeOverride3.xml" ContentType="application/vnd.openxmlformats-officedocument.themeOverride+xml"/>
  <Override PartName="/ppt/notesSlides/notesSlide6.xml" ContentType="application/vnd.openxmlformats-officedocument.presentationml.notesSlide+xml"/>
  <Override PartName="/ppt/theme/themeOverride4.xml" ContentType="application/vnd.openxmlformats-officedocument.themeOverride+xml"/>
  <Override PartName="/ppt/notesSlides/notesSlide7.xml" ContentType="application/vnd.openxmlformats-officedocument.presentationml.notesSlide+xml"/>
  <Override PartName="/ppt/theme/themeOverride5.xml" ContentType="application/vnd.openxmlformats-officedocument.themeOverride+xml"/>
  <Override PartName="/ppt/notesSlides/notesSlide8.xml" ContentType="application/vnd.openxmlformats-officedocument.presentationml.notesSlide+xml"/>
  <Override PartName="/ppt/theme/themeOverride6.xml" ContentType="application/vnd.openxmlformats-officedocument.themeOverride+xml"/>
  <Override PartName="/ppt/notesSlides/notesSlide9.xml" ContentType="application/vnd.openxmlformats-officedocument.presentationml.notesSlide+xml"/>
  <Override PartName="/ppt/theme/themeOverride7.xml" ContentType="application/vnd.openxmlformats-officedocument.themeOverride+xml"/>
  <Override PartName="/ppt/notesSlides/notesSlide10.xml" ContentType="application/vnd.openxmlformats-officedocument.presentationml.notesSlide+xml"/>
  <Override PartName="/ppt/theme/themeOverride8.xml" ContentType="application/vnd.openxmlformats-officedocument.themeOverride+xml"/>
  <Override PartName="/ppt/notesSlides/notesSlide11.xml" ContentType="application/vnd.openxmlformats-officedocument.presentationml.notesSlide+xml"/>
  <Override PartName="/ppt/theme/themeOverride9.xml" ContentType="application/vnd.openxmlformats-officedocument.themeOverride+xml"/>
  <Override PartName="/ppt/notesSlides/notesSlide12.xml" ContentType="application/vnd.openxmlformats-officedocument.presentationml.notesSlide+xml"/>
  <Override PartName="/ppt/theme/themeOverride10.xml" ContentType="application/vnd.openxmlformats-officedocument.themeOverr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5"/>
  </p:notesMasterIdLst>
  <p:sldIdLst>
    <p:sldId id="256" r:id="rId2"/>
    <p:sldId id="257" r:id="rId3"/>
    <p:sldId id="263" r:id="rId4"/>
    <p:sldId id="258" r:id="rId5"/>
    <p:sldId id="264" r:id="rId6"/>
    <p:sldId id="265" r:id="rId7"/>
    <p:sldId id="266" r:id="rId8"/>
    <p:sldId id="267" r:id="rId9"/>
    <p:sldId id="268" r:id="rId10"/>
    <p:sldId id="269" r:id="rId11"/>
    <p:sldId id="270" r:id="rId12"/>
    <p:sldId id="271" r:id="rId13"/>
    <p:sldId id="272" r:id="rId14"/>
  </p:sldIdLst>
  <p:sldSz cx="9144000" cy="5143500" type="screen16x9"/>
  <p:notesSz cx="6858000" cy="9144000"/>
  <p:embeddedFontLst>
    <p:embeddedFont>
      <p:font typeface="Space Grotesk" panose="020B0604020202020204" charset="0"/>
      <p:regular r:id="rId16"/>
      <p:bold r:id="rId17"/>
    </p:embeddedFont>
    <p:embeddedFont>
      <p:font typeface="Urbanist" panose="020B0604020202020204" charset="0"/>
      <p:regular r:id="rId18"/>
      <p:bold r:id="rId19"/>
      <p:italic r:id="rId20"/>
      <p:boldItalic r:id="rId21"/>
    </p:embeddedFont>
    <p:embeddedFont>
      <p:font typeface="Urbanist Medium" panose="020B0604020202020204" charset="0"/>
      <p:regular r:id="rId22"/>
      <p:bold r:id="rId23"/>
      <p:italic r:id="rId24"/>
      <p:boldItalic r:id="rId2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D2C4D227-C4C7-4C05-B851-CBD610BA6A03}">
  <a:tblStyle styleId="{D2C4D227-C4C7-4C05-B851-CBD610BA6A0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9A856576-E531-4A8A-A279-4F6D7D644DCE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38" d="100"/>
          <a:sy n="138" d="100"/>
        </p:scale>
        <p:origin x="300" y="8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font" Target="fonts/font10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9.fntdata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8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3d6a5a5c0c_0_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52" name="Google Shape;52;g33d6a5a5c0c_0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3d6a5a5c0c_0_3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60" name="Google Shape;60;g33d6a5a5c0c_0_3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>
          <a:extLst>
            <a:ext uri="{FF2B5EF4-FFF2-40B4-BE49-F238E27FC236}">
              <a16:creationId xmlns:a16="http://schemas.microsoft.com/office/drawing/2014/main" id="{344A612A-6FB5-543C-8AC1-AF34FB5859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3d6a5a5c0c_0_308:notes">
            <a:extLst>
              <a:ext uri="{FF2B5EF4-FFF2-40B4-BE49-F238E27FC236}">
                <a16:creationId xmlns:a16="http://schemas.microsoft.com/office/drawing/2014/main" id="{568D2050-2997-CC3F-455C-65CECDD7CF7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60" name="Google Shape;60;g33d6a5a5c0c_0_308:notes">
            <a:extLst>
              <a:ext uri="{FF2B5EF4-FFF2-40B4-BE49-F238E27FC236}">
                <a16:creationId xmlns:a16="http://schemas.microsoft.com/office/drawing/2014/main" id="{4E73C62A-666D-2F33-2EFC-5D65AE17915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31875547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6dcf01df2a_3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75" name="Google Shape;75;g36dcf01df2a_3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>
          <a:extLst>
            <a:ext uri="{FF2B5EF4-FFF2-40B4-BE49-F238E27FC236}">
              <a16:creationId xmlns:a16="http://schemas.microsoft.com/office/drawing/2014/main" id="{7D8C11ED-DE05-F22C-B571-70DDF4F4EB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6dcf01df2a_3_2:notes">
            <a:extLst>
              <a:ext uri="{FF2B5EF4-FFF2-40B4-BE49-F238E27FC236}">
                <a16:creationId xmlns:a16="http://schemas.microsoft.com/office/drawing/2014/main" id="{947E6FCC-6C11-05FD-954F-C79A73A166F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75" name="Google Shape;75;g36dcf01df2a_3_2:notes">
            <a:extLst>
              <a:ext uri="{FF2B5EF4-FFF2-40B4-BE49-F238E27FC236}">
                <a16:creationId xmlns:a16="http://schemas.microsoft.com/office/drawing/2014/main" id="{E83B664C-638B-BF5C-3E49-461D4BAC557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07011716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>
          <a:extLst>
            <a:ext uri="{FF2B5EF4-FFF2-40B4-BE49-F238E27FC236}">
              <a16:creationId xmlns:a16="http://schemas.microsoft.com/office/drawing/2014/main" id="{DAB3D068-9ADC-C0EC-9645-298E42E73D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6dcf01df2a_3_2:notes">
            <a:extLst>
              <a:ext uri="{FF2B5EF4-FFF2-40B4-BE49-F238E27FC236}">
                <a16:creationId xmlns:a16="http://schemas.microsoft.com/office/drawing/2014/main" id="{D10AF157-778A-3A88-8797-8EE9C0BD081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75" name="Google Shape;75;g36dcf01df2a_3_2:notes">
            <a:extLst>
              <a:ext uri="{FF2B5EF4-FFF2-40B4-BE49-F238E27FC236}">
                <a16:creationId xmlns:a16="http://schemas.microsoft.com/office/drawing/2014/main" id="{9858D4B5-B747-DE4A-6FF3-2CD973570A5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75057562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>
          <a:extLst>
            <a:ext uri="{FF2B5EF4-FFF2-40B4-BE49-F238E27FC236}">
              <a16:creationId xmlns:a16="http://schemas.microsoft.com/office/drawing/2014/main" id="{9BE14D1B-92A4-86E8-941B-A5614E6AB9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6dcf01df2a_3_2:notes">
            <a:extLst>
              <a:ext uri="{FF2B5EF4-FFF2-40B4-BE49-F238E27FC236}">
                <a16:creationId xmlns:a16="http://schemas.microsoft.com/office/drawing/2014/main" id="{020F5676-956C-FA54-2CA5-9F1DB817110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75" name="Google Shape;75;g36dcf01df2a_3_2:notes">
            <a:extLst>
              <a:ext uri="{FF2B5EF4-FFF2-40B4-BE49-F238E27FC236}">
                <a16:creationId xmlns:a16="http://schemas.microsoft.com/office/drawing/2014/main" id="{A6F0A269-0BD4-99AA-1C5D-F2F41780FA0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29285541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>
          <a:extLst>
            <a:ext uri="{FF2B5EF4-FFF2-40B4-BE49-F238E27FC236}">
              <a16:creationId xmlns:a16="http://schemas.microsoft.com/office/drawing/2014/main" id="{FC08C61C-3B80-338F-D64F-730570B9BF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6dcf01df2a_3_2:notes">
            <a:extLst>
              <a:ext uri="{FF2B5EF4-FFF2-40B4-BE49-F238E27FC236}">
                <a16:creationId xmlns:a16="http://schemas.microsoft.com/office/drawing/2014/main" id="{2E588722-A68E-6168-80A0-FD31FCBAE58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75" name="Google Shape;75;g36dcf01df2a_3_2:notes">
            <a:extLst>
              <a:ext uri="{FF2B5EF4-FFF2-40B4-BE49-F238E27FC236}">
                <a16:creationId xmlns:a16="http://schemas.microsoft.com/office/drawing/2014/main" id="{748082BD-13D8-35F9-DB57-4E63631379C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61064913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>
          <a:extLst>
            <a:ext uri="{FF2B5EF4-FFF2-40B4-BE49-F238E27FC236}">
              <a16:creationId xmlns:a16="http://schemas.microsoft.com/office/drawing/2014/main" id="{5556EC2C-B6A6-ED89-31C3-CB3CFE2CBD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6dcf01df2a_3_2:notes">
            <a:extLst>
              <a:ext uri="{FF2B5EF4-FFF2-40B4-BE49-F238E27FC236}">
                <a16:creationId xmlns:a16="http://schemas.microsoft.com/office/drawing/2014/main" id="{94F75360-E6CE-6206-D0AF-E8DA755A924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75" name="Google Shape;75;g36dcf01df2a_3_2:notes">
            <a:extLst>
              <a:ext uri="{FF2B5EF4-FFF2-40B4-BE49-F238E27FC236}">
                <a16:creationId xmlns:a16="http://schemas.microsoft.com/office/drawing/2014/main" id="{302AC5F9-4919-75CB-5A94-79057D713FC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3639095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>
          <a:extLst>
            <a:ext uri="{FF2B5EF4-FFF2-40B4-BE49-F238E27FC236}">
              <a16:creationId xmlns:a16="http://schemas.microsoft.com/office/drawing/2014/main" id="{FAD4FD2D-D75B-CB53-C4CC-E54946ABE9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6dcf01df2a_3_2:notes">
            <a:extLst>
              <a:ext uri="{FF2B5EF4-FFF2-40B4-BE49-F238E27FC236}">
                <a16:creationId xmlns:a16="http://schemas.microsoft.com/office/drawing/2014/main" id="{A6D4F66D-2D15-1A07-EA5E-C63CE36C817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75" name="Google Shape;75;g36dcf01df2a_3_2:notes">
            <a:extLst>
              <a:ext uri="{FF2B5EF4-FFF2-40B4-BE49-F238E27FC236}">
                <a16:creationId xmlns:a16="http://schemas.microsoft.com/office/drawing/2014/main" id="{F1350F62-F170-E29A-EDD2-76AABFBC02F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88777269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>
          <a:extLst>
            <a:ext uri="{FF2B5EF4-FFF2-40B4-BE49-F238E27FC236}">
              <a16:creationId xmlns:a16="http://schemas.microsoft.com/office/drawing/2014/main" id="{7D962A82-13A0-5F88-2A2A-192FC320E4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6dcf01df2a_3_2:notes">
            <a:extLst>
              <a:ext uri="{FF2B5EF4-FFF2-40B4-BE49-F238E27FC236}">
                <a16:creationId xmlns:a16="http://schemas.microsoft.com/office/drawing/2014/main" id="{18620985-B81D-462B-DABA-5D853BD1C24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75" name="Google Shape;75;g36dcf01df2a_3_2:notes">
            <a:extLst>
              <a:ext uri="{FF2B5EF4-FFF2-40B4-BE49-F238E27FC236}">
                <a16:creationId xmlns:a16="http://schemas.microsoft.com/office/drawing/2014/main" id="{6DFB7F9B-3746-8A69-8EA8-6B14B09CD31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14198026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>
          <a:extLst>
            <a:ext uri="{FF2B5EF4-FFF2-40B4-BE49-F238E27FC236}">
              <a16:creationId xmlns:a16="http://schemas.microsoft.com/office/drawing/2014/main" id="{B4E754A0-E46B-2FC6-4719-515F003237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6dcf01df2a_3_2:notes">
            <a:extLst>
              <a:ext uri="{FF2B5EF4-FFF2-40B4-BE49-F238E27FC236}">
                <a16:creationId xmlns:a16="http://schemas.microsoft.com/office/drawing/2014/main" id="{A5BB3017-4037-9B0D-5DEF-19F5072DE51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75" name="Google Shape;75;g36dcf01df2a_3_2:notes">
            <a:extLst>
              <a:ext uri="{FF2B5EF4-FFF2-40B4-BE49-F238E27FC236}">
                <a16:creationId xmlns:a16="http://schemas.microsoft.com/office/drawing/2014/main" id="{378B2C1D-3167-49E8-9FF5-FEC1E9D5A8D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6566364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>
          <a:extLst>
            <a:ext uri="{FF2B5EF4-FFF2-40B4-BE49-F238E27FC236}">
              <a16:creationId xmlns:a16="http://schemas.microsoft.com/office/drawing/2014/main" id="{0FB03406-0474-1138-7156-47284C2E90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6dcf01df2a_3_2:notes">
            <a:extLst>
              <a:ext uri="{FF2B5EF4-FFF2-40B4-BE49-F238E27FC236}">
                <a16:creationId xmlns:a16="http://schemas.microsoft.com/office/drawing/2014/main" id="{4366AEAD-9BBF-EF07-DB3E-051A0E5AF77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75" name="Google Shape;75;g36dcf01df2a_3_2:notes">
            <a:extLst>
              <a:ext uri="{FF2B5EF4-FFF2-40B4-BE49-F238E27FC236}">
                <a16:creationId xmlns:a16="http://schemas.microsoft.com/office/drawing/2014/main" id="{74CA7627-F6FB-0B99-D991-43AA6DA5DF6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8734134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2.xml"/><Relationship Id="rId5" Type="http://schemas.openxmlformats.org/officeDocument/2006/relationships/image" Target="../media/image7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notesSlide" Target="../notesSlides/notesSlide6.xml"/><Relationship Id="rId7" Type="http://schemas.openxmlformats.org/officeDocument/2006/relationships/image" Target="../media/image10.pn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3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10" Type="http://schemas.openxmlformats.org/officeDocument/2006/relationships/image" Target="../media/image13.png"/><Relationship Id="rId4" Type="http://schemas.openxmlformats.org/officeDocument/2006/relationships/image" Target="../media/image4.png"/><Relationship Id="rId9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4.xml"/><Relationship Id="rId5" Type="http://schemas.openxmlformats.org/officeDocument/2006/relationships/image" Target="../media/image14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7" Type="http://schemas.openxmlformats.org/officeDocument/2006/relationships/image" Target="../media/image17.gif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5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notesSlide" Target="../notesSlides/notesSlide9.xml"/><Relationship Id="rId7" Type="http://schemas.openxmlformats.org/officeDocument/2006/relationships/image" Target="../media/image10.pn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6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10" Type="http://schemas.openxmlformats.org/officeDocument/2006/relationships/image" Target="../media/image20.png"/><Relationship Id="rId4" Type="http://schemas.openxmlformats.org/officeDocument/2006/relationships/image" Target="../media/image4.png"/><Relationship Id="rId9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7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8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9.xml"/><Relationship Id="rId5" Type="http://schemas.openxmlformats.org/officeDocument/2006/relationships/image" Target="../media/image25.png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0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519200" y="2891900"/>
            <a:ext cx="7874400" cy="15157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Arial"/>
              <a:buNone/>
            </a:pPr>
            <a:r>
              <a:rPr lang="es-419" sz="4100" dirty="0">
                <a:solidFill>
                  <a:schemeClr val="lt1"/>
                </a:solidFill>
              </a:rPr>
              <a:t>CIENCIA DE DATOS &amp; IA</a:t>
            </a:r>
            <a:endParaRPr sz="11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Arial"/>
              <a:buNone/>
            </a:pPr>
            <a:r>
              <a:rPr lang="es-ES" sz="3000" dirty="0">
                <a:solidFill>
                  <a:srgbClr val="00E1FF"/>
                </a:solidFill>
              </a:rPr>
              <a:t>Visión Artificial para Seguridad Vial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Arial"/>
              <a:buNone/>
            </a:pPr>
            <a:r>
              <a:rPr lang="es-ES" sz="2300" dirty="0">
                <a:solidFill>
                  <a:srgbClr val="E4E4E4"/>
                </a:solidFill>
              </a:rPr>
              <a:t>Monitor de Fatiga y Prevención de </a:t>
            </a:r>
            <a:r>
              <a:rPr lang="es-ES" sz="2300" dirty="0" err="1">
                <a:solidFill>
                  <a:srgbClr val="E4E4E4"/>
                </a:solidFill>
              </a:rPr>
              <a:t>Microsueños</a:t>
            </a:r>
            <a:endParaRPr lang="es-ES" sz="2300" dirty="0">
              <a:solidFill>
                <a:srgbClr val="E4E4E4"/>
              </a:solidFill>
            </a:endParaRPr>
          </a:p>
        </p:txBody>
      </p:sp>
      <p:sp>
        <p:nvSpPr>
          <p:cNvPr id="55" name="Google Shape;55;p13"/>
          <p:cNvSpPr/>
          <p:nvPr/>
        </p:nvSpPr>
        <p:spPr>
          <a:xfrm>
            <a:off x="607791" y="2161493"/>
            <a:ext cx="1685400" cy="456900"/>
          </a:xfrm>
          <a:prstGeom prst="rect">
            <a:avLst/>
          </a:prstGeom>
          <a:solidFill>
            <a:srgbClr val="00E1FF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607791" y="2193640"/>
            <a:ext cx="1621200" cy="3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s-419" sz="2100" b="0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MAESTRÍA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7" name="Google Shape;57;p1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19205" y="277301"/>
            <a:ext cx="2169494" cy="5255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4E4B4C"/>
        </a:solidFill>
        <a:effectLst/>
      </p:bgPr>
    </p:bg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/>
        </p:nvSpPr>
        <p:spPr>
          <a:xfrm>
            <a:off x="519205" y="1048466"/>
            <a:ext cx="4880400" cy="7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Arial"/>
              <a:buNone/>
            </a:pPr>
            <a:r>
              <a:rPr lang="es-419" sz="4100" b="0" i="0" u="none" strike="noStrike" cap="none">
                <a:solidFill>
                  <a:srgbClr val="00E1FF"/>
                </a:solidFill>
                <a:latin typeface="Arial"/>
                <a:ea typeface="Arial"/>
                <a:cs typeface="Arial"/>
                <a:sym typeface="Arial"/>
              </a:rPr>
              <a:t>TEMARIO</a:t>
            </a:r>
            <a:endParaRPr sz="1100" b="0" i="0" u="none" strike="noStrike" cap="none">
              <a:solidFill>
                <a:srgbClr val="00E1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4"/>
          <p:cNvSpPr txBox="1"/>
          <p:nvPr/>
        </p:nvSpPr>
        <p:spPr>
          <a:xfrm>
            <a:off x="1071655" y="1890566"/>
            <a:ext cx="2942700" cy="4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s-419" sz="24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rPr>
              <a:t>Problemática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14"/>
          <p:cNvSpPr txBox="1"/>
          <p:nvPr/>
        </p:nvSpPr>
        <p:spPr>
          <a:xfrm>
            <a:off x="530092" y="1890566"/>
            <a:ext cx="541500" cy="4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s-419" sz="2400" b="0" i="0" u="none" strike="noStrike" cap="none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rPr>
              <a:t>01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14"/>
          <p:cNvSpPr txBox="1"/>
          <p:nvPr/>
        </p:nvSpPr>
        <p:spPr>
          <a:xfrm>
            <a:off x="1060769" y="2640891"/>
            <a:ext cx="3457500" cy="4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s-419" sz="24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rPr>
              <a:t>Propuesta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14"/>
          <p:cNvSpPr txBox="1"/>
          <p:nvPr/>
        </p:nvSpPr>
        <p:spPr>
          <a:xfrm>
            <a:off x="519206" y="2640891"/>
            <a:ext cx="541500" cy="4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s-419" sz="2400" b="0" i="0" u="none" strike="noStrike" cap="none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rPr>
              <a:t>02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7" name="Google Shape;67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99987" y="391324"/>
            <a:ext cx="378458" cy="400612"/>
          </a:xfrm>
          <a:prstGeom prst="rect">
            <a:avLst/>
          </a:prstGeom>
          <a:noFill/>
          <a:ln>
            <a:noFill/>
          </a:ln>
        </p:spPr>
      </p:pic>
      <p:pic>
        <p:nvPicPr>
          <p:cNvPr id="68" name="Google Shape;68;p1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56981" y="189149"/>
            <a:ext cx="1682656" cy="321206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14"/>
          <p:cNvSpPr txBox="1"/>
          <p:nvPr/>
        </p:nvSpPr>
        <p:spPr>
          <a:xfrm>
            <a:off x="1060769" y="3379816"/>
            <a:ext cx="3457500" cy="4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s-419" sz="24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rPr>
              <a:t>Experimentos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4"/>
          <p:cNvSpPr txBox="1"/>
          <p:nvPr/>
        </p:nvSpPr>
        <p:spPr>
          <a:xfrm>
            <a:off x="519206" y="3379816"/>
            <a:ext cx="541500" cy="4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s-419" sz="2400" b="0" i="0" u="none" strike="noStrike" cap="none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rPr>
              <a:t>0</a:t>
            </a:r>
            <a:r>
              <a:rPr lang="es-419" sz="24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rPr>
              <a:t>3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14"/>
          <p:cNvSpPr txBox="1"/>
          <p:nvPr/>
        </p:nvSpPr>
        <p:spPr>
          <a:xfrm>
            <a:off x="1085032" y="4047916"/>
            <a:ext cx="3457500" cy="4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s-419" sz="24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rPr>
              <a:t>Resultados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14"/>
          <p:cNvSpPr txBox="1"/>
          <p:nvPr/>
        </p:nvSpPr>
        <p:spPr>
          <a:xfrm>
            <a:off x="543469" y="4047916"/>
            <a:ext cx="541500" cy="4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s-419" sz="2400" b="0" i="0" u="none" strike="noStrike" cap="none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rPr>
              <a:t>0</a:t>
            </a:r>
            <a:r>
              <a:rPr lang="es-419" sz="24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rPr>
              <a:t>4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4E4E4"/>
        </a:solidFill>
        <a:effectLst/>
      </p:bgPr>
    </p:bg>
    <p:spTree>
      <p:nvGrpSpPr>
        <p:cNvPr id="1" name="Shape 61">
          <a:extLst>
            <a:ext uri="{FF2B5EF4-FFF2-40B4-BE49-F238E27FC236}">
              <a16:creationId xmlns:a16="http://schemas.microsoft.com/office/drawing/2014/main" id="{149CF7E2-D082-EA62-E3BB-034648D192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>
            <a:extLst>
              <a:ext uri="{FF2B5EF4-FFF2-40B4-BE49-F238E27FC236}">
                <a16:creationId xmlns:a16="http://schemas.microsoft.com/office/drawing/2014/main" id="{9A23107B-35F7-C82D-92FE-178A37FCB36A}"/>
              </a:ext>
            </a:extLst>
          </p:cNvPr>
          <p:cNvSpPr txBox="1"/>
          <p:nvPr/>
        </p:nvSpPr>
        <p:spPr>
          <a:xfrm>
            <a:off x="654090" y="503383"/>
            <a:ext cx="6389595" cy="4385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Arial"/>
              <a:buNone/>
            </a:pPr>
            <a:r>
              <a:rPr lang="es-419" sz="2400" b="0" i="0" u="none" strike="noStrike" cap="none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Integrantes y Participación</a:t>
            </a:r>
          </a:p>
        </p:txBody>
      </p:sp>
      <p:pic>
        <p:nvPicPr>
          <p:cNvPr id="67" name="Google Shape;67;p14">
            <a:extLst>
              <a:ext uri="{FF2B5EF4-FFF2-40B4-BE49-F238E27FC236}">
                <a16:creationId xmlns:a16="http://schemas.microsoft.com/office/drawing/2014/main" id="{EF5B5452-A60A-ECA4-5693-D9AB7F0B8782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199987" y="391324"/>
            <a:ext cx="378458" cy="400612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5" name="Google Shape;93;p14">
            <a:extLst>
              <a:ext uri="{FF2B5EF4-FFF2-40B4-BE49-F238E27FC236}">
                <a16:creationId xmlns:a16="http://schemas.microsoft.com/office/drawing/2014/main" id="{C6064B52-2388-DCAD-7BDB-D22A9B52313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30047985"/>
              </p:ext>
            </p:extLst>
          </p:nvPr>
        </p:nvGraphicFramePr>
        <p:xfrm>
          <a:off x="654090" y="1856509"/>
          <a:ext cx="7090600" cy="1964316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14854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651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4005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40316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9pPr>
                    </a:lstStyle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 dirty="0" err="1">
                          <a:solidFill>
                            <a:schemeClr val="bg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Integrante</a:t>
                      </a:r>
                      <a:endParaRPr dirty="0">
                        <a:solidFill>
                          <a:schemeClr val="bg1"/>
                        </a:solidFill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9pPr>
                    </a:lstStyle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 dirty="0">
                          <a:solidFill>
                            <a:schemeClr val="bg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Rol / </a:t>
                      </a:r>
                      <a:r>
                        <a:rPr lang="en-US" sz="1650" b="1" i="0" u="none" strike="noStrike" cap="none" dirty="0" err="1">
                          <a:solidFill>
                            <a:schemeClr val="bg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Contribución</a:t>
                      </a:r>
                      <a:endParaRPr dirty="0">
                        <a:solidFill>
                          <a:schemeClr val="bg1"/>
                        </a:solidFill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9pPr>
                    </a:lstStyle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 dirty="0" err="1">
                          <a:solidFill>
                            <a:schemeClr val="bg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Participación</a:t>
                      </a:r>
                      <a:r>
                        <a:rPr lang="en-US" sz="1650" b="1" i="0" u="none" strike="noStrike" cap="none" dirty="0">
                          <a:solidFill>
                            <a:schemeClr val="bg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 (%)</a:t>
                      </a:r>
                      <a:endParaRPr dirty="0">
                        <a:solidFill>
                          <a:schemeClr val="bg1"/>
                        </a:solidFill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0316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9pPr>
                    </a:lstStyle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 dirty="0"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Luis Ernesto Quispe </a:t>
                      </a:r>
                      <a:r>
                        <a:rPr lang="en-US" sz="1500" b="0" i="0" u="none" strike="noStrike" cap="none" dirty="0" err="1"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Quispe</a:t>
                      </a:r>
                      <a:endParaRPr dirty="0"/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9pPr>
                    </a:lstStyle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 dirty="0"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Desarrollo de </a:t>
                      </a:r>
                      <a:r>
                        <a:rPr lang="en-US" sz="1500" b="0" i="0" u="none" strike="noStrike" cap="none" dirty="0" err="1"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Algoritmos</a:t>
                      </a:r>
                      <a:r>
                        <a:rPr lang="en-US" sz="1500" b="0" i="0" u="none" strike="noStrike" cap="none" dirty="0"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 (EAR/MAR)</a:t>
                      </a:r>
                      <a:endParaRPr dirty="0"/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9pPr>
                    </a:lstStyle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100%</a:t>
                      </a:r>
                      <a:endParaRPr/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0316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9pPr>
                    </a:lstStyle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 dirty="0"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Enzo Ochoa Montes</a:t>
                      </a:r>
                      <a:endParaRPr dirty="0"/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9pPr>
                    </a:lstStyle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 dirty="0" err="1"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Integración</a:t>
                      </a:r>
                      <a:r>
                        <a:rPr lang="en-US" sz="1500" b="0" i="0" u="none" strike="noStrike" cap="none" dirty="0"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 de </a:t>
                      </a:r>
                      <a:r>
                        <a:rPr lang="en-US" sz="1500" b="0" i="0" u="none" strike="noStrike" cap="none" dirty="0" err="1"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MediaPipe</a:t>
                      </a:r>
                      <a:r>
                        <a:rPr lang="en-US" sz="1500" b="0" i="0" u="none" strike="noStrike" cap="none" dirty="0"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 y </a:t>
                      </a:r>
                      <a:r>
                        <a:rPr lang="en-US" sz="1500" b="0" i="0" u="none" strike="noStrike" cap="none" dirty="0" err="1"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Postura</a:t>
                      </a:r>
                      <a:endParaRPr dirty="0"/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9pPr>
                    </a:lstStyle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 dirty="0"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100%</a:t>
                      </a:r>
                      <a:endParaRPr dirty="0"/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0316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9pPr>
                    </a:lstStyle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 dirty="0"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Roberto Alfredo Méndez Vilca</a:t>
                      </a:r>
                      <a:endParaRPr dirty="0"/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9pPr>
                    </a:lstStyle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 dirty="0" err="1"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Documentación</a:t>
                      </a:r>
                      <a:r>
                        <a:rPr lang="en-US" sz="1500" b="0" i="0" u="none" strike="noStrike" cap="none" dirty="0"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 y </a:t>
                      </a:r>
                      <a:r>
                        <a:rPr lang="en-US" sz="1500" b="0" i="0" u="none" strike="noStrike" cap="none" dirty="0" err="1"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Análisis</a:t>
                      </a:r>
                      <a:r>
                        <a:rPr lang="en-US" sz="1500" b="0" i="0" u="none" strike="noStrike" cap="none" dirty="0"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 del ODS</a:t>
                      </a:r>
                      <a:endParaRPr dirty="0"/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9pPr>
                    </a:lstStyle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 dirty="0"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100%</a:t>
                      </a:r>
                      <a:endParaRPr dirty="0"/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7" name="Google Shape;77;p15">
            <a:extLst>
              <a:ext uri="{FF2B5EF4-FFF2-40B4-BE49-F238E27FC236}">
                <a16:creationId xmlns:a16="http://schemas.microsoft.com/office/drawing/2014/main" id="{E95330C3-F069-4FF1-D2F4-D8FD18B263D2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56981" y="182177"/>
            <a:ext cx="1682656" cy="32120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093051482"/>
      </p:ext>
    </p:extLst>
  </p:cSld>
  <p:clrMapOvr>
    <a:overrideClrMapping bg1="lt1" tx1="dk1" bg2="dk2" tx2="lt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4E4E4"/>
        </a:solidFill>
        <a:effectLst/>
      </p:bgPr>
    </p:bg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Google Shape;77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56981" y="182177"/>
            <a:ext cx="1682656" cy="321206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62;p14">
            <a:extLst>
              <a:ext uri="{FF2B5EF4-FFF2-40B4-BE49-F238E27FC236}">
                <a16:creationId xmlns:a16="http://schemas.microsoft.com/office/drawing/2014/main" id="{E3E38F96-1B73-FA2D-2B62-D96F0A93DBA8}"/>
              </a:ext>
            </a:extLst>
          </p:cNvPr>
          <p:cNvSpPr txBox="1"/>
          <p:nvPr/>
        </p:nvSpPr>
        <p:spPr>
          <a:xfrm>
            <a:off x="654090" y="503383"/>
            <a:ext cx="6389595" cy="4385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Arial"/>
              <a:buNone/>
            </a:pPr>
            <a:r>
              <a:rPr lang="es-419" sz="2400" b="0" i="0" u="none" strike="noStrike" cap="none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Contribución a los Objetivos Mundiales (ONU)</a:t>
            </a:r>
          </a:p>
        </p:txBody>
      </p:sp>
      <p:pic>
        <p:nvPicPr>
          <p:cNvPr id="8" name="Imagen 7" descr="image.png">
            <a:extLst>
              <a:ext uri="{FF2B5EF4-FFF2-40B4-BE49-F238E27FC236}">
                <a16:creationId xmlns:a16="http://schemas.microsoft.com/office/drawing/2014/main" id="{E8FF22EF-F093-51FB-C678-C65614BF75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4090" y="1402195"/>
            <a:ext cx="2114550" cy="381000"/>
          </a:xfrm>
          <a:prstGeom prst="rect">
            <a:avLst/>
          </a:prstGeom>
        </p:spPr>
      </p:pic>
      <p:sp>
        <p:nvSpPr>
          <p:cNvPr id="12" name="CuadroTexto 11">
            <a:extLst>
              <a:ext uri="{FF2B5EF4-FFF2-40B4-BE49-F238E27FC236}">
                <a16:creationId xmlns:a16="http://schemas.microsoft.com/office/drawing/2014/main" id="{DBCFB388-AA19-BA6B-1756-E196BD2F74EF}"/>
              </a:ext>
            </a:extLst>
          </p:cNvPr>
          <p:cNvSpPr txBox="1"/>
          <p:nvPr/>
        </p:nvSpPr>
        <p:spPr>
          <a:xfrm>
            <a:off x="654090" y="2058543"/>
            <a:ext cx="4572000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s-PE" sz="1400" b="1" i="0" u="none" strike="noStrike" dirty="0">
                <a:solidFill>
                  <a:schemeClr val="tx1"/>
                </a:solidFill>
                <a:effectLst/>
                <a:latin typeface="Urbanist" panose="020B0604020202020204" charset="0"/>
              </a:rPr>
              <a:t>Meta:</a:t>
            </a:r>
            <a:r>
              <a:rPr lang="es-PE" sz="1400" b="0" i="0" u="none" strike="noStrike" dirty="0">
                <a:solidFill>
                  <a:schemeClr val="tx1"/>
                </a:solidFill>
                <a:effectLst/>
                <a:latin typeface="Urbanist" panose="020B0604020202020204" charset="0"/>
              </a:rPr>
              <a:t> Para 2020 (extendido a 2030), reducir a la mitad el número de muertes y lesiones causadas por accidentes de tráfico en el mundo.</a:t>
            </a:r>
            <a:endParaRPr lang="es-PE" b="0" dirty="0">
              <a:solidFill>
                <a:schemeClr val="tx1"/>
              </a:solidFill>
              <a:effectLst/>
            </a:endParaRPr>
          </a:p>
          <a:p>
            <a:pPr>
              <a:buNone/>
            </a:pPr>
            <a:br>
              <a:rPr lang="es-PE" b="0" dirty="0">
                <a:solidFill>
                  <a:schemeClr val="tx1"/>
                </a:solidFill>
                <a:effectLst/>
              </a:rPr>
            </a:br>
            <a:endParaRPr lang="es-PE" b="0" dirty="0">
              <a:solidFill>
                <a:schemeClr val="tx1"/>
              </a:solidFill>
              <a:effectLst/>
            </a:endParaRPr>
          </a:p>
          <a:p>
            <a:pPr rtl="0">
              <a:buNone/>
            </a:pPr>
            <a:r>
              <a:rPr lang="es-PE" sz="1400" b="0" i="0" u="none" strike="noStrike" dirty="0">
                <a:solidFill>
                  <a:schemeClr val="tx1"/>
                </a:solidFill>
                <a:effectLst/>
                <a:latin typeface="Urbanist" panose="020B0604020202020204" charset="0"/>
              </a:rPr>
              <a:t>Nuestra solución ataca directamente el </a:t>
            </a:r>
            <a:r>
              <a:rPr lang="es-PE" sz="1400" b="1" i="0" u="none" strike="noStrike" dirty="0">
                <a:solidFill>
                  <a:schemeClr val="tx1"/>
                </a:solidFill>
                <a:effectLst/>
                <a:latin typeface="Urbanist" panose="020B0604020202020204" charset="0"/>
              </a:rPr>
              <a:t>error humano por fatiga</a:t>
            </a:r>
            <a:r>
              <a:rPr lang="es-PE" sz="1400" b="0" i="0" u="none" strike="noStrike" dirty="0">
                <a:solidFill>
                  <a:schemeClr val="tx1"/>
                </a:solidFill>
                <a:effectLst/>
                <a:latin typeface="Urbanist" panose="020B0604020202020204" charset="0"/>
              </a:rPr>
              <a:t>, que es responsable de hasta el 20-30% de accidentes graves en carreteras interprovinciales.</a:t>
            </a:r>
            <a:endParaRPr lang="es-PE" b="0" dirty="0">
              <a:solidFill>
                <a:schemeClr val="tx1"/>
              </a:solidFill>
              <a:effectLst/>
            </a:endParaRPr>
          </a:p>
          <a:p>
            <a:pPr>
              <a:buNone/>
            </a:pPr>
            <a:br>
              <a:rPr lang="es-PE" dirty="0">
                <a:solidFill>
                  <a:schemeClr val="tx1"/>
                </a:solidFill>
              </a:rPr>
            </a:br>
            <a:endParaRPr lang="es-PE" dirty="0">
              <a:solidFill>
                <a:schemeClr val="tx1"/>
              </a:solidFill>
            </a:endParaRPr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C4F7BDE7-16B4-48C4-285C-AC310BECA2E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99480" y="1402195"/>
            <a:ext cx="3088410" cy="308841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4E4E4"/>
        </a:solidFill>
        <a:effectLst/>
      </p:bgPr>
    </p:bg>
    <p:spTree>
      <p:nvGrpSpPr>
        <p:cNvPr id="1" name="Shape 76">
          <a:extLst>
            <a:ext uri="{FF2B5EF4-FFF2-40B4-BE49-F238E27FC236}">
              <a16:creationId xmlns:a16="http://schemas.microsoft.com/office/drawing/2014/main" id="{E26196BF-256E-3E36-2277-034A03BEAA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Google Shape;77;p15">
            <a:extLst>
              <a:ext uri="{FF2B5EF4-FFF2-40B4-BE49-F238E27FC236}">
                <a16:creationId xmlns:a16="http://schemas.microsoft.com/office/drawing/2014/main" id="{13E0C251-14A9-3902-E8BE-84389D1D7044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56981" y="182177"/>
            <a:ext cx="1682656" cy="321206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62;p14">
            <a:extLst>
              <a:ext uri="{FF2B5EF4-FFF2-40B4-BE49-F238E27FC236}">
                <a16:creationId xmlns:a16="http://schemas.microsoft.com/office/drawing/2014/main" id="{8C7A0680-3D2A-3EEF-25B5-E35CE7B88567}"/>
              </a:ext>
            </a:extLst>
          </p:cNvPr>
          <p:cNvSpPr txBox="1"/>
          <p:nvPr/>
        </p:nvSpPr>
        <p:spPr>
          <a:xfrm>
            <a:off x="654090" y="503383"/>
            <a:ext cx="6389595" cy="4385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Arial"/>
              <a:buNone/>
            </a:pPr>
            <a:r>
              <a:rPr lang="es-419" sz="2400" b="0" i="0" u="none" strike="noStrike" cap="none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Narrativa del Accidente</a:t>
            </a:r>
          </a:p>
        </p:txBody>
      </p:sp>
      <p:sp>
        <p:nvSpPr>
          <p:cNvPr id="3" name="Google Shape;130;p16">
            <a:extLst>
              <a:ext uri="{FF2B5EF4-FFF2-40B4-BE49-F238E27FC236}">
                <a16:creationId xmlns:a16="http://schemas.microsoft.com/office/drawing/2014/main" id="{0BE7138B-3FB2-D77C-7D9E-AC95041F3FB5}"/>
              </a:ext>
            </a:extLst>
          </p:cNvPr>
          <p:cNvSpPr txBox="1"/>
          <p:nvPr/>
        </p:nvSpPr>
        <p:spPr>
          <a:xfrm>
            <a:off x="654090" y="1219201"/>
            <a:ext cx="4130346" cy="34740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0" u="none" strike="noStrike" cap="none" dirty="0" err="1">
                <a:solidFill>
                  <a:schemeClr val="tx1"/>
                </a:solidFill>
                <a:latin typeface="Urbanist"/>
                <a:ea typeface="Urbanist"/>
                <a:cs typeface="Urbanist"/>
                <a:sym typeface="Urbanist"/>
              </a:rPr>
              <a:t>Ubicación</a:t>
            </a:r>
            <a:r>
              <a:rPr lang="en-US" b="1" i="0" u="none" strike="noStrike" cap="none" dirty="0">
                <a:solidFill>
                  <a:schemeClr val="tx1"/>
                </a:solidFill>
                <a:latin typeface="Urbanist"/>
                <a:ea typeface="Urbanist"/>
                <a:cs typeface="Urbanist"/>
                <a:sym typeface="Urbanist"/>
              </a:rPr>
              <a:t>:</a:t>
            </a:r>
            <a:r>
              <a:rPr lang="en-US" b="0" i="0" u="none" strike="noStrike" cap="none" dirty="0">
                <a:solidFill>
                  <a:schemeClr val="tx1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b="0" i="0" u="none" strike="noStrike" cap="none" dirty="0" err="1">
                <a:solidFill>
                  <a:schemeClr val="tx1"/>
                </a:solidFill>
                <a:latin typeface="Urbanist"/>
                <a:ea typeface="Urbanist"/>
                <a:cs typeface="Urbanist"/>
                <a:sym typeface="Urbanist"/>
              </a:rPr>
              <a:t>Periférico</a:t>
            </a:r>
            <a:r>
              <a:rPr lang="en-US" b="0" i="0" u="none" strike="noStrike" cap="none" dirty="0">
                <a:solidFill>
                  <a:schemeClr val="tx1"/>
                </a:solidFill>
                <a:latin typeface="Urbanist"/>
                <a:ea typeface="Urbanist"/>
                <a:cs typeface="Urbanist"/>
                <a:sym typeface="Urbanist"/>
              </a:rPr>
              <a:t> y </a:t>
            </a:r>
            <a:r>
              <a:rPr lang="en-US" b="0" i="0" u="none" strike="noStrike" cap="none" dirty="0" err="1">
                <a:solidFill>
                  <a:schemeClr val="tx1"/>
                </a:solidFill>
                <a:latin typeface="Urbanist"/>
                <a:ea typeface="Urbanist"/>
                <a:cs typeface="Urbanist"/>
                <a:sym typeface="Urbanist"/>
              </a:rPr>
              <a:t>Ferrocarril</a:t>
            </a:r>
            <a:r>
              <a:rPr lang="en-US" b="0" i="0" u="none" strike="noStrike" cap="none" dirty="0">
                <a:solidFill>
                  <a:schemeClr val="tx1"/>
                </a:solidFill>
                <a:latin typeface="Urbanist"/>
                <a:ea typeface="Urbanist"/>
                <a:cs typeface="Urbanist"/>
                <a:sym typeface="Urbanist"/>
              </a:rPr>
              <a:t> de Cuernavaca, Ciudad de México.</a:t>
            </a: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200" dirty="0">
              <a:solidFill>
                <a:schemeClr val="tx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>
              <a:lnSpc>
                <a:spcPct val="150000"/>
              </a:lnSpc>
            </a:pPr>
            <a:r>
              <a:rPr lang="en-US" sz="1200" b="1" dirty="0">
                <a:solidFill>
                  <a:schemeClr val="tx1"/>
                </a:solidFill>
                <a:latin typeface="Urbanist"/>
                <a:ea typeface="Urbanist"/>
                <a:cs typeface="Urbanist"/>
                <a:sym typeface="Urbanist"/>
              </a:rPr>
              <a:t>Hora:</a:t>
            </a:r>
            <a:r>
              <a:rPr lang="en-US" sz="1200" dirty="0">
                <a:solidFill>
                  <a:schemeClr val="tx1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200" dirty="0" err="1">
                <a:solidFill>
                  <a:schemeClr val="tx1"/>
                </a:solidFill>
                <a:latin typeface="Urbanist"/>
                <a:ea typeface="Urbanist"/>
                <a:cs typeface="Urbanist"/>
                <a:sym typeface="Urbanist"/>
              </a:rPr>
              <a:t>Aproximadamente</a:t>
            </a:r>
            <a:r>
              <a:rPr lang="en-US" sz="1200" dirty="0">
                <a:solidFill>
                  <a:schemeClr val="tx1"/>
                </a:solidFill>
                <a:latin typeface="Urbanist"/>
                <a:ea typeface="Urbanist"/>
                <a:cs typeface="Urbanist"/>
                <a:sym typeface="Urbanist"/>
              </a:rPr>
              <a:t> 6:00 AM.</a:t>
            </a:r>
          </a:p>
          <a:p>
            <a:pPr>
              <a:lnSpc>
                <a:spcPct val="150000"/>
              </a:lnSpc>
            </a:pPr>
            <a:endParaRPr lang="en-US" sz="1200" dirty="0">
              <a:solidFill>
                <a:schemeClr val="tx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>
              <a:lnSpc>
                <a:spcPct val="150000"/>
              </a:lnSpc>
            </a:pPr>
            <a:r>
              <a:rPr lang="es-ES" sz="1100" dirty="0">
                <a:solidFill>
                  <a:schemeClr val="tx1"/>
                </a:solidFill>
                <a:latin typeface="Urbanist"/>
                <a:ea typeface="Urbanist"/>
                <a:cs typeface="Urbanist"/>
                <a:sym typeface="Urbanist"/>
              </a:rPr>
              <a:t>Un taxi de aplicación con un pasajero a bordo circulaba por Periférico cuando el conductor sufrió un episodio de </a:t>
            </a:r>
            <a:r>
              <a:rPr lang="es-ES" sz="1100" b="1" dirty="0" err="1">
                <a:solidFill>
                  <a:schemeClr val="tx1"/>
                </a:solidFill>
                <a:latin typeface="Urbanist"/>
                <a:ea typeface="Urbanist"/>
                <a:cs typeface="Urbanist"/>
                <a:sym typeface="Urbanist"/>
              </a:rPr>
              <a:t>microsueño</a:t>
            </a:r>
            <a:r>
              <a:rPr lang="es-ES" sz="1100" dirty="0">
                <a:solidFill>
                  <a:schemeClr val="tx1"/>
                </a:solidFill>
                <a:latin typeface="Urbanist"/>
                <a:ea typeface="Urbanist"/>
                <a:cs typeface="Urbanist"/>
                <a:sym typeface="Urbanist"/>
              </a:rPr>
              <a:t>. La unidad perdió el control, impactó contra el muro de contención central y terminó literalmente </a:t>
            </a:r>
            <a:r>
              <a:rPr lang="es-ES" sz="1100" b="1" dirty="0">
                <a:solidFill>
                  <a:schemeClr val="tx1"/>
                </a:solidFill>
                <a:latin typeface="Urbanist"/>
                <a:ea typeface="Urbanist"/>
                <a:cs typeface="Urbanist"/>
                <a:sym typeface="Urbanist"/>
              </a:rPr>
              <a:t>encima de las vallas divisorias</a:t>
            </a:r>
            <a:r>
              <a:rPr lang="es-ES" sz="1100" dirty="0">
                <a:solidFill>
                  <a:schemeClr val="tx1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</a:p>
          <a:p>
            <a:pPr>
              <a:lnSpc>
                <a:spcPct val="150000"/>
              </a:lnSpc>
            </a:pPr>
            <a:endParaRPr lang="es-ES" sz="1100" dirty="0">
              <a:solidFill>
                <a:schemeClr val="tx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>
              <a:lnSpc>
                <a:spcPct val="150000"/>
              </a:lnSpc>
            </a:pPr>
            <a:r>
              <a:rPr lang="es-ES" sz="1050" dirty="0">
                <a:solidFill>
                  <a:schemeClr val="tx1"/>
                </a:solidFill>
                <a:latin typeface="Urbanist"/>
                <a:ea typeface="Urbanist"/>
                <a:cs typeface="Urbanist"/>
                <a:sym typeface="Urbanist"/>
              </a:rPr>
              <a:t>El vehículo sufrió daños severos en el frente y neumáticos, activándose las bolsas de aire. Afortunadamente, tanto conductor como pasajero resultaron ilesos.</a:t>
            </a:r>
            <a:endParaRPr sz="1200" dirty="0">
              <a:solidFill>
                <a:schemeClr val="tx1"/>
              </a:solidFill>
            </a:endParaRPr>
          </a:p>
        </p:txBody>
      </p:sp>
      <p:pic>
        <p:nvPicPr>
          <p:cNvPr id="15" name="Google Shape;134;p16" title="accidente_mexico.png">
            <a:extLst>
              <a:ext uri="{FF2B5EF4-FFF2-40B4-BE49-F238E27FC236}">
                <a16:creationId xmlns:a16="http://schemas.microsoft.com/office/drawing/2014/main" id="{DB883DF1-DCA9-3BC6-4E2B-5764663BE811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290806" y="1699492"/>
            <a:ext cx="3386757" cy="266732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09804784"/>
      </p:ext>
    </p:extLst>
  </p:cSld>
  <p:clrMapOvr>
    <a:overrideClrMapping bg1="lt1" tx1="dk1" bg2="dk2" tx2="lt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4E4E4"/>
        </a:solidFill>
        <a:effectLst/>
      </p:bgPr>
    </p:bg>
    <p:spTree>
      <p:nvGrpSpPr>
        <p:cNvPr id="1" name="Shape 76">
          <a:extLst>
            <a:ext uri="{FF2B5EF4-FFF2-40B4-BE49-F238E27FC236}">
              <a16:creationId xmlns:a16="http://schemas.microsoft.com/office/drawing/2014/main" id="{B3A9FBB5-B436-CF44-7358-0197D22D09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Google Shape;77;p15">
            <a:extLst>
              <a:ext uri="{FF2B5EF4-FFF2-40B4-BE49-F238E27FC236}">
                <a16:creationId xmlns:a16="http://schemas.microsoft.com/office/drawing/2014/main" id="{3C81E95B-D0D9-86BE-B19B-776A5502BFD7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56981" y="182177"/>
            <a:ext cx="1682656" cy="321206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62;p14">
            <a:extLst>
              <a:ext uri="{FF2B5EF4-FFF2-40B4-BE49-F238E27FC236}">
                <a16:creationId xmlns:a16="http://schemas.microsoft.com/office/drawing/2014/main" id="{4D105443-8685-F5D0-C35A-0CBD3B8A59EB}"/>
              </a:ext>
            </a:extLst>
          </p:cNvPr>
          <p:cNvSpPr txBox="1"/>
          <p:nvPr/>
        </p:nvSpPr>
        <p:spPr>
          <a:xfrm>
            <a:off x="654090" y="503383"/>
            <a:ext cx="6389595" cy="4385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Arial"/>
              <a:buNone/>
            </a:pPr>
            <a:r>
              <a:rPr lang="es-419" sz="2400" b="0" i="0" u="none" strike="noStrike" cap="none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Causas del Siniestro</a:t>
            </a:r>
          </a:p>
        </p:txBody>
      </p:sp>
      <p:pic>
        <p:nvPicPr>
          <p:cNvPr id="11" name="Google Shape;140;p17" descr="image.png">
            <a:extLst>
              <a:ext uri="{FF2B5EF4-FFF2-40B4-BE49-F238E27FC236}">
                <a16:creationId xmlns:a16="http://schemas.microsoft.com/office/drawing/2014/main" id="{6A0EE62B-9C9B-2C88-7992-1E08D217E384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4399" y="1626124"/>
            <a:ext cx="2575776" cy="281341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</p:pic>
      <p:pic>
        <p:nvPicPr>
          <p:cNvPr id="15" name="Google Shape;141;p17" descr="image.png">
            <a:extLst>
              <a:ext uri="{FF2B5EF4-FFF2-40B4-BE49-F238E27FC236}">
                <a16:creationId xmlns:a16="http://schemas.microsoft.com/office/drawing/2014/main" id="{41A7C908-FB7E-7CA6-5E86-4020CAD8BE06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155719" y="1626124"/>
            <a:ext cx="2575776" cy="281341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</p:pic>
      <p:pic>
        <p:nvPicPr>
          <p:cNvPr id="17" name="Google Shape;142;p17" descr="image.png">
            <a:extLst>
              <a:ext uri="{FF2B5EF4-FFF2-40B4-BE49-F238E27FC236}">
                <a16:creationId xmlns:a16="http://schemas.microsoft.com/office/drawing/2014/main" id="{FC2EEBAD-EAAB-862A-064B-B1CAADADF806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197039" y="1622030"/>
            <a:ext cx="2575776" cy="281341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</p:pic>
      <p:sp>
        <p:nvSpPr>
          <p:cNvPr id="19" name="Google Shape;143;p17">
            <a:extLst>
              <a:ext uri="{FF2B5EF4-FFF2-40B4-BE49-F238E27FC236}">
                <a16:creationId xmlns:a16="http://schemas.microsoft.com/office/drawing/2014/main" id="{696DAD2E-8522-0290-A075-A8BAF3D157A3}"/>
              </a:ext>
            </a:extLst>
          </p:cNvPr>
          <p:cNvSpPr txBox="1"/>
          <p:nvPr/>
        </p:nvSpPr>
        <p:spPr>
          <a:xfrm>
            <a:off x="409673" y="2455681"/>
            <a:ext cx="2002413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0" u="none" strike="noStrike" cap="none" dirty="0" err="1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Microsueño</a:t>
            </a:r>
            <a:endParaRPr sz="1100" dirty="0"/>
          </a:p>
        </p:txBody>
      </p:sp>
      <p:sp>
        <p:nvSpPr>
          <p:cNvPr id="21" name="Google Shape;144;p17">
            <a:extLst>
              <a:ext uri="{FF2B5EF4-FFF2-40B4-BE49-F238E27FC236}">
                <a16:creationId xmlns:a16="http://schemas.microsoft.com/office/drawing/2014/main" id="{C39973F0-78C9-825A-2C09-69D7D697CF1E}"/>
              </a:ext>
            </a:extLst>
          </p:cNvPr>
          <p:cNvSpPr txBox="1"/>
          <p:nvPr/>
        </p:nvSpPr>
        <p:spPr>
          <a:xfrm>
            <a:off x="409673" y="2810759"/>
            <a:ext cx="2093143" cy="9694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 dirty="0" err="1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Pérdida</a:t>
            </a:r>
            <a:r>
              <a:rPr lang="en-US" sz="1050" b="0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050" b="0" i="0" u="none" strike="noStrike" cap="none" dirty="0" err="1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involuntaria</a:t>
            </a:r>
            <a:r>
              <a:rPr lang="en-US" sz="1050" b="0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de </a:t>
            </a:r>
            <a:r>
              <a:rPr lang="en-US" sz="1050" b="0" i="0" u="none" strike="noStrike" cap="none" dirty="0" err="1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conciencia</a:t>
            </a:r>
            <a:r>
              <a:rPr lang="en-US" sz="1050" b="0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050" b="0" i="0" u="none" strike="noStrike" cap="none" dirty="0" err="1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durante</a:t>
            </a:r>
            <a:r>
              <a:rPr lang="en-US" sz="1050" b="0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1 a 5 </a:t>
            </a:r>
            <a:r>
              <a:rPr lang="en-US" sz="1050" b="0" i="0" u="none" strike="noStrike" cap="none" dirty="0" err="1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segundos</a:t>
            </a:r>
            <a:r>
              <a:rPr lang="en-US" sz="1050" b="0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, </a:t>
            </a:r>
            <a:r>
              <a:rPr lang="en-US" sz="1050" b="0" i="0" u="none" strike="noStrike" cap="none" dirty="0" err="1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suficiente</a:t>
            </a:r>
            <a:r>
              <a:rPr lang="en-US" sz="1050" b="0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para </a:t>
            </a:r>
            <a:r>
              <a:rPr lang="en-US" sz="1050" b="0" i="0" u="none" strike="noStrike" cap="none" dirty="0" err="1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perder</a:t>
            </a:r>
            <a:r>
              <a:rPr lang="en-US" sz="1050" b="0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050" b="0" i="0" u="none" strike="noStrike" cap="none" dirty="0" err="1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el</a:t>
            </a:r>
            <a:r>
              <a:rPr lang="en-US" sz="1050" b="0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control total a </a:t>
            </a:r>
            <a:r>
              <a:rPr lang="en-US" sz="1050" b="0" i="0" u="none" strike="noStrike" cap="none" dirty="0" err="1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velocidad</a:t>
            </a:r>
            <a:r>
              <a:rPr lang="en-US" sz="1050" b="0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050" b="0" i="0" u="none" strike="noStrike" cap="none" dirty="0" err="1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crucero</a:t>
            </a:r>
            <a:r>
              <a:rPr lang="en-US" sz="1050" b="0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 sz="1000" dirty="0"/>
          </a:p>
        </p:txBody>
      </p:sp>
      <p:sp>
        <p:nvSpPr>
          <p:cNvPr id="23" name="Google Shape;145;p17">
            <a:extLst>
              <a:ext uri="{FF2B5EF4-FFF2-40B4-BE49-F238E27FC236}">
                <a16:creationId xmlns:a16="http://schemas.microsoft.com/office/drawing/2014/main" id="{8EE10BD6-B1A4-DEB2-F16A-EF59F25AA6E2}"/>
              </a:ext>
            </a:extLst>
          </p:cNvPr>
          <p:cNvSpPr txBox="1"/>
          <p:nvPr/>
        </p:nvSpPr>
        <p:spPr>
          <a:xfrm>
            <a:off x="3450993" y="2455681"/>
            <a:ext cx="2002413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0" u="none" strike="noStrike" cap="none" dirty="0" err="1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Fatiga</a:t>
            </a:r>
            <a:r>
              <a:rPr lang="en-US" b="1" i="0" u="none" strike="noStrike" cap="none" dirty="0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b="1" i="0" u="none" strike="noStrike" cap="none" dirty="0" err="1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Circadiana</a:t>
            </a:r>
            <a:endParaRPr sz="1100" dirty="0"/>
          </a:p>
        </p:txBody>
      </p:sp>
      <p:sp>
        <p:nvSpPr>
          <p:cNvPr id="25" name="Google Shape;146;p17">
            <a:extLst>
              <a:ext uri="{FF2B5EF4-FFF2-40B4-BE49-F238E27FC236}">
                <a16:creationId xmlns:a16="http://schemas.microsoft.com/office/drawing/2014/main" id="{ECD8FAE1-3FC8-834F-2446-7B24FC7D575D}"/>
              </a:ext>
            </a:extLst>
          </p:cNvPr>
          <p:cNvSpPr txBox="1"/>
          <p:nvPr/>
        </p:nvSpPr>
        <p:spPr>
          <a:xfrm>
            <a:off x="3450993" y="2810759"/>
            <a:ext cx="2093143" cy="9694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El </a:t>
            </a:r>
            <a:r>
              <a:rPr lang="en-US" sz="1050" b="0" i="0" u="none" strike="noStrike" cap="none" dirty="0" err="1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accidente</a:t>
            </a:r>
            <a:r>
              <a:rPr lang="en-US" sz="1050" b="0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050" b="0" i="0" u="none" strike="noStrike" cap="none" dirty="0" err="1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ocurrió</a:t>
            </a:r>
            <a:r>
              <a:rPr lang="en-US" sz="1050" b="0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a las 6 AM, </a:t>
            </a:r>
            <a:r>
              <a:rPr lang="en-US" sz="1050" b="0" i="0" u="none" strike="noStrike" cap="none" dirty="0" err="1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período</a:t>
            </a:r>
            <a:r>
              <a:rPr lang="en-US" sz="1050" b="0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050" b="0" i="0" u="none" strike="noStrike" cap="none" dirty="0" err="1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donde</a:t>
            </a:r>
            <a:r>
              <a:rPr lang="en-US" sz="1050" b="0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050" b="0" i="0" u="none" strike="noStrike" cap="none" dirty="0" err="1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el</a:t>
            </a:r>
            <a:r>
              <a:rPr lang="en-US" sz="1050" b="0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050" b="0" i="0" u="none" strike="noStrike" cap="none" dirty="0" err="1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cuerpo</a:t>
            </a:r>
            <a:r>
              <a:rPr lang="en-US" sz="1050" b="0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050" b="0" i="0" u="none" strike="noStrike" cap="none" dirty="0" err="1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alcanza</a:t>
            </a:r>
            <a:r>
              <a:rPr lang="en-US" sz="1050" b="0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050" b="0" i="0" u="none" strike="noStrike" cap="none" dirty="0" err="1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niveles</a:t>
            </a:r>
            <a:r>
              <a:rPr lang="en-US" sz="1050" b="0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050" b="0" i="0" u="none" strike="noStrike" cap="none" dirty="0" err="1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mínimos</a:t>
            </a:r>
            <a:r>
              <a:rPr lang="en-US" sz="1050" b="0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de </a:t>
            </a:r>
            <a:r>
              <a:rPr lang="en-US" sz="1050" b="0" i="0" u="none" strike="noStrike" cap="none" dirty="0" err="1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alerta</a:t>
            </a:r>
            <a:r>
              <a:rPr lang="en-US" sz="1050" b="0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050" b="0" i="0" u="none" strike="noStrike" cap="none" dirty="0" err="1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biológica</a:t>
            </a:r>
            <a:r>
              <a:rPr lang="en-US" sz="1050" b="0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 sz="1000" dirty="0"/>
          </a:p>
        </p:txBody>
      </p:sp>
      <p:sp>
        <p:nvSpPr>
          <p:cNvPr id="27" name="Google Shape;147;p17">
            <a:extLst>
              <a:ext uri="{FF2B5EF4-FFF2-40B4-BE49-F238E27FC236}">
                <a16:creationId xmlns:a16="http://schemas.microsoft.com/office/drawing/2014/main" id="{3037CE09-EF0A-6AA8-BBB8-BD5C9C55BAC6}"/>
              </a:ext>
            </a:extLst>
          </p:cNvPr>
          <p:cNvSpPr txBox="1"/>
          <p:nvPr/>
        </p:nvSpPr>
        <p:spPr>
          <a:xfrm>
            <a:off x="6492313" y="2451587"/>
            <a:ext cx="2002413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Ausencia de Monitoreo</a:t>
            </a:r>
            <a:endParaRPr sz="1100"/>
          </a:p>
        </p:txBody>
      </p:sp>
      <p:sp>
        <p:nvSpPr>
          <p:cNvPr id="29" name="Google Shape;148;p17">
            <a:extLst>
              <a:ext uri="{FF2B5EF4-FFF2-40B4-BE49-F238E27FC236}">
                <a16:creationId xmlns:a16="http://schemas.microsoft.com/office/drawing/2014/main" id="{A3B89B40-B54C-D405-CEC1-9B23427DA73D}"/>
              </a:ext>
            </a:extLst>
          </p:cNvPr>
          <p:cNvSpPr txBox="1"/>
          <p:nvPr/>
        </p:nvSpPr>
        <p:spPr>
          <a:xfrm>
            <a:off x="6492313" y="2806665"/>
            <a:ext cx="2093143" cy="9694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El </a:t>
            </a:r>
            <a:r>
              <a:rPr lang="en-US" sz="1050" b="0" i="0" u="none" strike="noStrike" cap="none" dirty="0" err="1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vehículo</a:t>
            </a:r>
            <a:r>
              <a:rPr lang="en-US" sz="1050" b="0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no </a:t>
            </a:r>
            <a:r>
              <a:rPr lang="en-US" sz="1050" b="0" i="0" u="none" strike="noStrike" cap="none" dirty="0" err="1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contaba</a:t>
            </a:r>
            <a:r>
              <a:rPr lang="en-US" sz="1050" b="0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con </a:t>
            </a:r>
            <a:r>
              <a:rPr lang="en-US" sz="1050" b="0" i="0" u="none" strike="noStrike" cap="none" dirty="0" err="1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sistemas</a:t>
            </a:r>
            <a:r>
              <a:rPr lang="en-US" sz="1050" b="0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050" b="0" i="0" u="none" strike="noStrike" cap="none" dirty="0" err="1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activos</a:t>
            </a:r>
            <a:r>
              <a:rPr lang="en-US" sz="1050" b="0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050" b="0" i="0" u="none" strike="noStrike" cap="none" dirty="0" err="1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que</a:t>
            </a:r>
            <a:r>
              <a:rPr lang="en-US" sz="1050" b="0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050" b="0" i="0" u="none" strike="noStrike" cap="none" dirty="0" err="1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alertaran</a:t>
            </a:r>
            <a:r>
              <a:rPr lang="en-US" sz="1050" b="0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al conductor ante </a:t>
            </a:r>
            <a:r>
              <a:rPr lang="en-US" sz="1050" b="0" i="0" u="none" strike="noStrike" cap="none" dirty="0" err="1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el</a:t>
            </a:r>
            <a:r>
              <a:rPr lang="en-US" sz="1050" b="0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050" b="0" i="0" u="none" strike="noStrike" cap="none" dirty="0" err="1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cierre</a:t>
            </a:r>
            <a:r>
              <a:rPr lang="en-US" sz="1050" b="0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050" b="0" i="0" u="none" strike="noStrike" cap="none" dirty="0" err="1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prolongado</a:t>
            </a:r>
            <a:r>
              <a:rPr lang="en-US" sz="1050" b="0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de </a:t>
            </a:r>
            <a:r>
              <a:rPr lang="en-US" sz="1050" b="0" i="0" u="none" strike="noStrike" cap="none" dirty="0" err="1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párpados</a:t>
            </a:r>
            <a:r>
              <a:rPr lang="en-US" sz="1050" b="0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 sz="1000" dirty="0"/>
          </a:p>
        </p:txBody>
      </p:sp>
      <p:pic>
        <p:nvPicPr>
          <p:cNvPr id="31" name="Google Shape;149;p17" descr="image.png">
            <a:extLst>
              <a:ext uri="{FF2B5EF4-FFF2-40B4-BE49-F238E27FC236}">
                <a16:creationId xmlns:a16="http://schemas.microsoft.com/office/drawing/2014/main" id="{A8F3A123-C393-D4EE-FD58-E960FE2A5915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09673" y="1864836"/>
            <a:ext cx="2857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" name="Google Shape;150;p17" descr="image.png">
            <a:extLst>
              <a:ext uri="{FF2B5EF4-FFF2-40B4-BE49-F238E27FC236}">
                <a16:creationId xmlns:a16="http://schemas.microsoft.com/office/drawing/2014/main" id="{2DE10918-9BE4-6C85-C771-1CF2E7A5D7B8}"/>
              </a:ext>
            </a:extLst>
          </p:cNvPr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3450993" y="1864836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" name="Google Shape;151;p17" descr="image.png">
            <a:extLst>
              <a:ext uri="{FF2B5EF4-FFF2-40B4-BE49-F238E27FC236}">
                <a16:creationId xmlns:a16="http://schemas.microsoft.com/office/drawing/2014/main" id="{40E4C979-AD34-3D0F-C2FB-4C4E1E702976}"/>
              </a:ext>
            </a:extLst>
          </p:cNvPr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6492313" y="1860742"/>
            <a:ext cx="381000" cy="381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57327654"/>
      </p:ext>
    </p:extLst>
  </p:cSld>
  <p:clrMapOvr>
    <a:overrideClrMapping bg1="lt1" tx1="dk1" bg2="dk2" tx2="lt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4E4E4"/>
        </a:solidFill>
        <a:effectLst/>
      </p:bgPr>
    </p:bg>
    <p:spTree>
      <p:nvGrpSpPr>
        <p:cNvPr id="1" name="Shape 76">
          <a:extLst>
            <a:ext uri="{FF2B5EF4-FFF2-40B4-BE49-F238E27FC236}">
              <a16:creationId xmlns:a16="http://schemas.microsoft.com/office/drawing/2014/main" id="{F6A10FEF-41BC-9199-4237-5E8DBE64FA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Google Shape;77;p15">
            <a:extLst>
              <a:ext uri="{FF2B5EF4-FFF2-40B4-BE49-F238E27FC236}">
                <a16:creationId xmlns:a16="http://schemas.microsoft.com/office/drawing/2014/main" id="{4EA1163C-EF7D-323C-970F-8E97AD1D878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56981" y="182177"/>
            <a:ext cx="1682656" cy="321206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62;p14">
            <a:extLst>
              <a:ext uri="{FF2B5EF4-FFF2-40B4-BE49-F238E27FC236}">
                <a16:creationId xmlns:a16="http://schemas.microsoft.com/office/drawing/2014/main" id="{20F7D6BC-5507-3759-C38C-0A53A661FCE5}"/>
              </a:ext>
            </a:extLst>
          </p:cNvPr>
          <p:cNvSpPr txBox="1"/>
          <p:nvPr/>
        </p:nvSpPr>
        <p:spPr>
          <a:xfrm>
            <a:off x="654090" y="503383"/>
            <a:ext cx="6389595" cy="4385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Arial"/>
              <a:buNone/>
            </a:pPr>
            <a:r>
              <a:rPr lang="es-419" sz="2400" b="0" i="0" u="none" strike="noStrike" cap="none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Propuesta de Solución</a:t>
            </a:r>
          </a:p>
        </p:txBody>
      </p:sp>
      <p:sp>
        <p:nvSpPr>
          <p:cNvPr id="27" name="Google Shape;161;p18">
            <a:extLst>
              <a:ext uri="{FF2B5EF4-FFF2-40B4-BE49-F238E27FC236}">
                <a16:creationId xmlns:a16="http://schemas.microsoft.com/office/drawing/2014/main" id="{89BCD071-B471-A1E6-02B6-3CAEC36A5392}"/>
              </a:ext>
            </a:extLst>
          </p:cNvPr>
          <p:cNvSpPr txBox="1"/>
          <p:nvPr/>
        </p:nvSpPr>
        <p:spPr>
          <a:xfrm>
            <a:off x="3823262" y="1485709"/>
            <a:ext cx="1857101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 dirty="0" err="1">
                <a:solidFill>
                  <a:schemeClr val="tx1"/>
                </a:solidFill>
                <a:latin typeface="Urbanist"/>
                <a:ea typeface="Urbanist"/>
                <a:cs typeface="Urbanist"/>
                <a:sym typeface="Urbanist"/>
              </a:rPr>
              <a:t>Guardián</a:t>
            </a:r>
            <a:r>
              <a:rPr lang="en-US" sz="1404" b="1" i="0" u="none" strike="noStrike" cap="none" dirty="0">
                <a:solidFill>
                  <a:schemeClr val="tx1"/>
                </a:solidFill>
                <a:latin typeface="Urbanist"/>
                <a:ea typeface="Urbanist"/>
                <a:cs typeface="Urbanist"/>
                <a:sym typeface="Urbanist"/>
              </a:rPr>
              <a:t> Digital AI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29" name="Google Shape;162;p18">
            <a:extLst>
              <a:ext uri="{FF2B5EF4-FFF2-40B4-BE49-F238E27FC236}">
                <a16:creationId xmlns:a16="http://schemas.microsoft.com/office/drawing/2014/main" id="{DEC98CE2-2ADA-3D7B-4CBC-5C53A17198E1}"/>
              </a:ext>
            </a:extLst>
          </p:cNvPr>
          <p:cNvSpPr txBox="1"/>
          <p:nvPr/>
        </p:nvSpPr>
        <p:spPr>
          <a:xfrm>
            <a:off x="3823262" y="1895284"/>
            <a:ext cx="5126774" cy="692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 err="1">
                <a:solidFill>
                  <a:schemeClr val="tx1"/>
                </a:solidFill>
                <a:latin typeface="Urbanist"/>
                <a:ea typeface="Urbanist"/>
                <a:cs typeface="Urbanist"/>
                <a:sym typeface="Urbanist"/>
              </a:rPr>
              <a:t>Implementación</a:t>
            </a:r>
            <a:r>
              <a:rPr lang="en-US" sz="1500" b="0" i="0" u="none" strike="noStrike" cap="none" dirty="0">
                <a:solidFill>
                  <a:schemeClr val="tx1"/>
                </a:solidFill>
                <a:latin typeface="Urbanist"/>
                <a:ea typeface="Urbanist"/>
                <a:cs typeface="Urbanist"/>
                <a:sym typeface="Urbanist"/>
              </a:rPr>
              <a:t> de un </a:t>
            </a:r>
            <a:r>
              <a:rPr lang="en-US" sz="1500" b="0" i="0" u="none" strike="noStrike" cap="none" dirty="0" err="1">
                <a:solidFill>
                  <a:schemeClr val="tx1"/>
                </a:solidFill>
                <a:latin typeface="Urbanist"/>
                <a:ea typeface="Urbanist"/>
                <a:cs typeface="Urbanist"/>
                <a:sym typeface="Urbanist"/>
              </a:rPr>
              <a:t>sistema</a:t>
            </a:r>
            <a:r>
              <a:rPr lang="en-US" sz="1500" b="0" i="0" u="none" strike="noStrike" cap="none" dirty="0">
                <a:solidFill>
                  <a:schemeClr val="tx1"/>
                </a:solidFill>
                <a:latin typeface="Urbanist"/>
                <a:ea typeface="Urbanist"/>
                <a:cs typeface="Urbanist"/>
                <a:sym typeface="Urbanist"/>
              </a:rPr>
              <a:t> de </a:t>
            </a:r>
            <a:r>
              <a:rPr lang="en-US" sz="1500" b="0" i="0" u="none" strike="noStrike" cap="none" dirty="0" err="1">
                <a:solidFill>
                  <a:schemeClr val="tx1"/>
                </a:solidFill>
                <a:latin typeface="Urbanist"/>
                <a:ea typeface="Urbanist"/>
                <a:cs typeface="Urbanist"/>
                <a:sym typeface="Urbanist"/>
              </a:rPr>
              <a:t>visión</a:t>
            </a:r>
            <a:r>
              <a:rPr lang="en-US" sz="1500" b="0" i="0" u="none" strike="noStrike" cap="none" dirty="0">
                <a:solidFill>
                  <a:schemeClr val="tx1"/>
                </a:solidFill>
                <a:latin typeface="Urbanist"/>
                <a:ea typeface="Urbanist"/>
                <a:cs typeface="Urbanist"/>
                <a:sym typeface="Urbanist"/>
              </a:rPr>
              <a:t> artificial no </a:t>
            </a:r>
            <a:r>
              <a:rPr lang="en-US" sz="1500" b="0" i="0" u="none" strike="noStrike" cap="none" dirty="0" err="1">
                <a:solidFill>
                  <a:schemeClr val="tx1"/>
                </a:solidFill>
                <a:latin typeface="Urbanist"/>
                <a:ea typeface="Urbanist"/>
                <a:cs typeface="Urbanist"/>
                <a:sym typeface="Urbanist"/>
              </a:rPr>
              <a:t>invasivo</a:t>
            </a:r>
            <a:r>
              <a:rPr lang="en-US" sz="1500" b="0" i="0" u="none" strike="noStrike" cap="none" dirty="0">
                <a:solidFill>
                  <a:schemeClr val="tx1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chemeClr val="tx1"/>
                </a:solidFill>
                <a:latin typeface="Urbanist"/>
                <a:ea typeface="Urbanist"/>
                <a:cs typeface="Urbanist"/>
                <a:sym typeface="Urbanist"/>
              </a:rPr>
              <a:t>que</a:t>
            </a:r>
            <a:r>
              <a:rPr lang="en-US" sz="1500" b="0" i="0" u="none" strike="noStrike" cap="none" dirty="0">
                <a:solidFill>
                  <a:schemeClr val="tx1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chemeClr val="tx1"/>
                </a:solidFill>
                <a:latin typeface="Urbanist"/>
                <a:ea typeface="Urbanist"/>
                <a:cs typeface="Urbanist"/>
                <a:sym typeface="Urbanist"/>
              </a:rPr>
              <a:t>analiza</a:t>
            </a:r>
            <a:r>
              <a:rPr lang="en-US" sz="1500" b="0" i="0" u="none" strike="noStrike" cap="none" dirty="0">
                <a:solidFill>
                  <a:schemeClr val="tx1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chemeClr val="tx1"/>
                </a:solidFill>
                <a:latin typeface="Urbanist"/>
                <a:ea typeface="Urbanist"/>
                <a:cs typeface="Urbanist"/>
                <a:sym typeface="Urbanist"/>
              </a:rPr>
              <a:t>biomarcadores</a:t>
            </a:r>
            <a:r>
              <a:rPr lang="en-US" sz="1500" b="0" i="0" u="none" strike="noStrike" cap="none" dirty="0">
                <a:solidFill>
                  <a:schemeClr val="tx1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chemeClr val="tx1"/>
                </a:solidFill>
                <a:latin typeface="Urbanist"/>
                <a:ea typeface="Urbanist"/>
                <a:cs typeface="Urbanist"/>
                <a:sym typeface="Urbanist"/>
              </a:rPr>
              <a:t>faciales</a:t>
            </a:r>
            <a:r>
              <a:rPr lang="en-US" sz="1500" b="0" i="0" u="none" strike="noStrike" cap="none" dirty="0">
                <a:solidFill>
                  <a:schemeClr val="tx1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chemeClr val="tx1"/>
                </a:solidFill>
                <a:latin typeface="Urbanist"/>
                <a:ea typeface="Urbanist"/>
                <a:cs typeface="Urbanist"/>
                <a:sym typeface="Urbanist"/>
              </a:rPr>
              <a:t>en</a:t>
            </a:r>
            <a:r>
              <a:rPr lang="en-US" sz="1500" b="0" i="0" u="none" strike="noStrike" cap="none" dirty="0">
                <a:solidFill>
                  <a:schemeClr val="tx1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chemeClr val="tx1"/>
                </a:solidFill>
                <a:latin typeface="Urbanist"/>
                <a:ea typeface="Urbanist"/>
                <a:cs typeface="Urbanist"/>
                <a:sym typeface="Urbanist"/>
              </a:rPr>
              <a:t>tiempo</a:t>
            </a:r>
            <a:r>
              <a:rPr lang="en-US" sz="1500" b="0" i="0" u="none" strike="noStrike" cap="none" dirty="0">
                <a:solidFill>
                  <a:schemeClr val="tx1"/>
                </a:solidFill>
                <a:latin typeface="Urbanist"/>
                <a:ea typeface="Urbanist"/>
                <a:cs typeface="Urbanist"/>
                <a:sym typeface="Urbanist"/>
              </a:rPr>
              <a:t> real: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31" name="Google Shape;164;p18">
            <a:extLst>
              <a:ext uri="{FF2B5EF4-FFF2-40B4-BE49-F238E27FC236}">
                <a16:creationId xmlns:a16="http://schemas.microsoft.com/office/drawing/2014/main" id="{65976FB2-4873-5016-D776-0FAA64189CA8}"/>
              </a:ext>
            </a:extLst>
          </p:cNvPr>
          <p:cNvSpPr txBox="1"/>
          <p:nvPr/>
        </p:nvSpPr>
        <p:spPr>
          <a:xfrm>
            <a:off x="3823262" y="2676717"/>
            <a:ext cx="4531028" cy="17543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/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500" b="0" i="0" u="none" strike="noStrike" cap="none" dirty="0" err="1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Detección</a:t>
            </a:r>
            <a:r>
              <a:rPr lang="en-US" sz="1500" b="0" i="0" u="none" strike="noStrike" cap="none" dirty="0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 de </a:t>
            </a:r>
            <a:r>
              <a:rPr lang="en-US" sz="1500" b="0" i="0" u="none" strike="noStrike" cap="none" dirty="0" err="1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parpadeo</a:t>
            </a:r>
            <a:r>
              <a:rPr lang="en-US" sz="1500" b="0" i="0" u="none" strike="noStrike" cap="none" dirty="0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prolongado</a:t>
            </a:r>
            <a:r>
              <a:rPr lang="en-US" sz="1500" b="0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>
                <a:solidFill>
                  <a:schemeClr val="tx1"/>
                </a:solidFill>
                <a:latin typeface="Urbanist"/>
                <a:ea typeface="Urbanist"/>
                <a:cs typeface="Urbanist"/>
                <a:sym typeface="Urbanist"/>
              </a:rPr>
              <a:t>(EAR).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500" dirty="0" err="1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Detección</a:t>
            </a:r>
            <a:r>
              <a:rPr lang="en-US" sz="1500" dirty="0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 de </a:t>
            </a:r>
            <a:r>
              <a:rPr lang="en-US" sz="1500" dirty="0" err="1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bostezos</a:t>
            </a:r>
            <a:r>
              <a:rPr lang="en-US" sz="1500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dirty="0">
                <a:solidFill>
                  <a:schemeClr val="tx1"/>
                </a:solidFill>
                <a:latin typeface="Urbanist"/>
                <a:ea typeface="Urbanist"/>
                <a:cs typeface="Urbanist"/>
                <a:sym typeface="Urbanist"/>
              </a:rPr>
              <a:t>(MAR).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 err="1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Análisis</a:t>
            </a:r>
            <a:r>
              <a:rPr lang="en-US" sz="1600" dirty="0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 de </a:t>
            </a:r>
            <a:r>
              <a:rPr lang="en-US" sz="1600" dirty="0" err="1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postura</a:t>
            </a:r>
            <a:r>
              <a:rPr lang="en-US" sz="1600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600" dirty="0">
                <a:solidFill>
                  <a:schemeClr val="tx1"/>
                </a:solidFill>
                <a:latin typeface="Urbanist"/>
                <a:ea typeface="Urbanist"/>
                <a:cs typeface="Urbanist"/>
                <a:sym typeface="Urbanist"/>
              </a:rPr>
              <a:t>(Pitch/Roll).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1500" dirty="0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Alertas sonoras</a:t>
            </a:r>
            <a:r>
              <a:rPr lang="es-ES" sz="1500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s-ES" sz="1500" dirty="0">
                <a:solidFill>
                  <a:schemeClr val="tx1"/>
                </a:solidFill>
                <a:latin typeface="Urbanist"/>
                <a:ea typeface="Urbanist"/>
                <a:cs typeface="Urbanist"/>
                <a:sym typeface="Urbanist"/>
              </a:rPr>
              <a:t>instantáneas para despertar al conductor.</a:t>
            </a:r>
            <a:endParaRPr lang="es-ES" sz="1600" dirty="0">
              <a:solidFill>
                <a:schemeClr val="tx1"/>
              </a:solidFill>
            </a:endParaRPr>
          </a:p>
        </p:txBody>
      </p:sp>
      <p:pic>
        <p:nvPicPr>
          <p:cNvPr id="39" name="Google Shape;160;p18" descr="image.png">
            <a:extLst>
              <a:ext uri="{FF2B5EF4-FFF2-40B4-BE49-F238E27FC236}">
                <a16:creationId xmlns:a16="http://schemas.microsoft.com/office/drawing/2014/main" id="{9B32E90E-2DAE-561F-59CB-6F9012425475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56981" y="1413163"/>
            <a:ext cx="3419092" cy="310226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184159730"/>
      </p:ext>
    </p:extLst>
  </p:cSld>
  <p:clrMapOvr>
    <a:overrideClrMapping bg1="lt1" tx1="dk1" bg2="dk2" tx2="lt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4E4E4"/>
        </a:solidFill>
        <a:effectLst/>
      </p:bgPr>
    </p:bg>
    <p:spTree>
      <p:nvGrpSpPr>
        <p:cNvPr id="1" name="Shape 76">
          <a:extLst>
            <a:ext uri="{FF2B5EF4-FFF2-40B4-BE49-F238E27FC236}">
              <a16:creationId xmlns:a16="http://schemas.microsoft.com/office/drawing/2014/main" id="{49A93ABC-948D-6333-1BCE-A2C6D4D4EB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Google Shape;77;p15">
            <a:extLst>
              <a:ext uri="{FF2B5EF4-FFF2-40B4-BE49-F238E27FC236}">
                <a16:creationId xmlns:a16="http://schemas.microsoft.com/office/drawing/2014/main" id="{8BA8206D-BADF-43AA-1D42-5413CE223393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56981" y="182177"/>
            <a:ext cx="1682656" cy="321206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62;p14">
            <a:extLst>
              <a:ext uri="{FF2B5EF4-FFF2-40B4-BE49-F238E27FC236}">
                <a16:creationId xmlns:a16="http://schemas.microsoft.com/office/drawing/2014/main" id="{DC4D3559-D15B-B04F-E0D1-77FB6EB37C65}"/>
              </a:ext>
            </a:extLst>
          </p:cNvPr>
          <p:cNvSpPr txBox="1"/>
          <p:nvPr/>
        </p:nvSpPr>
        <p:spPr>
          <a:xfrm>
            <a:off x="654090" y="503383"/>
            <a:ext cx="6389595" cy="4385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Arial"/>
              <a:buNone/>
            </a:pPr>
            <a:r>
              <a:rPr lang="es-419" sz="2400" b="0" i="0" u="none" strike="noStrike" cap="none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Métrica Clave: EAR</a:t>
            </a:r>
          </a:p>
        </p:txBody>
      </p:sp>
      <p:pic>
        <p:nvPicPr>
          <p:cNvPr id="11" name="Google Shape;178;p19" descr="image.png">
            <a:extLst>
              <a:ext uri="{FF2B5EF4-FFF2-40B4-BE49-F238E27FC236}">
                <a16:creationId xmlns:a16="http://schemas.microsoft.com/office/drawing/2014/main" id="{A5365B61-D536-A11A-8FF5-C0B0308D8AB3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56981" y="2666548"/>
            <a:ext cx="4778443" cy="1070371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179;p19">
            <a:extLst>
              <a:ext uri="{FF2B5EF4-FFF2-40B4-BE49-F238E27FC236}">
                <a16:creationId xmlns:a16="http://schemas.microsoft.com/office/drawing/2014/main" id="{640E71EF-7955-E6AE-2FAC-2B0604679002}"/>
              </a:ext>
            </a:extLst>
          </p:cNvPr>
          <p:cNvSpPr txBox="1"/>
          <p:nvPr/>
        </p:nvSpPr>
        <p:spPr>
          <a:xfrm>
            <a:off x="313170" y="1505528"/>
            <a:ext cx="4722254" cy="10387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chemeClr val="tx1"/>
                </a:solidFill>
                <a:latin typeface="Urbanist"/>
                <a:ea typeface="Urbanist"/>
                <a:cs typeface="Urbanist"/>
                <a:sym typeface="Urbanist"/>
              </a:rPr>
              <a:t>El </a:t>
            </a:r>
            <a:r>
              <a:rPr lang="en-US" sz="1500" b="1" i="0" u="none" strike="noStrike" cap="none" dirty="0">
                <a:solidFill>
                  <a:schemeClr val="tx1"/>
                </a:solidFill>
                <a:latin typeface="Urbanist"/>
                <a:ea typeface="Urbanist"/>
                <a:cs typeface="Urbanist"/>
                <a:sym typeface="Urbanist"/>
              </a:rPr>
              <a:t>Eye Aspect Ratio (EAR)</a:t>
            </a:r>
            <a:r>
              <a:rPr lang="en-US" sz="1500" b="0" i="0" u="none" strike="noStrike" cap="none" dirty="0">
                <a:solidFill>
                  <a:schemeClr val="tx1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chemeClr val="tx1"/>
                </a:solidFill>
                <a:latin typeface="Urbanist"/>
                <a:ea typeface="Urbanist"/>
                <a:cs typeface="Urbanist"/>
                <a:sym typeface="Urbanist"/>
              </a:rPr>
              <a:t>permite</a:t>
            </a:r>
            <a:r>
              <a:rPr lang="en-US" sz="1500" b="0" i="0" u="none" strike="noStrike" cap="none" dirty="0">
                <a:solidFill>
                  <a:schemeClr val="tx1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chemeClr val="tx1"/>
                </a:solidFill>
                <a:latin typeface="Urbanist"/>
                <a:ea typeface="Urbanist"/>
                <a:cs typeface="Urbanist"/>
                <a:sym typeface="Urbanist"/>
              </a:rPr>
              <a:t>cuantificar</a:t>
            </a:r>
            <a:r>
              <a:rPr lang="en-US" sz="1500" b="0" i="0" u="none" strike="noStrike" cap="none" dirty="0">
                <a:solidFill>
                  <a:schemeClr val="tx1"/>
                </a:solidFill>
                <a:latin typeface="Urbanist"/>
                <a:ea typeface="Urbanist"/>
                <a:cs typeface="Urbanist"/>
                <a:sym typeface="Urbanist"/>
              </a:rPr>
              <a:t> la apertura del </a:t>
            </a:r>
            <a:r>
              <a:rPr lang="en-US" sz="1500" b="0" i="0" u="none" strike="noStrike" cap="none" dirty="0" err="1">
                <a:solidFill>
                  <a:schemeClr val="tx1"/>
                </a:solidFill>
                <a:latin typeface="Urbanist"/>
                <a:ea typeface="Urbanist"/>
                <a:cs typeface="Urbanist"/>
                <a:sym typeface="Urbanist"/>
              </a:rPr>
              <a:t>ojo</a:t>
            </a:r>
            <a:r>
              <a:rPr lang="en-US" sz="1500" b="0" i="0" u="none" strike="noStrike" cap="none" dirty="0">
                <a:solidFill>
                  <a:schemeClr val="tx1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chemeClr val="tx1"/>
                </a:solidFill>
                <a:latin typeface="Urbanist"/>
                <a:ea typeface="Urbanist"/>
                <a:cs typeface="Urbanist"/>
                <a:sym typeface="Urbanist"/>
              </a:rPr>
              <a:t>mediante</a:t>
            </a:r>
            <a:r>
              <a:rPr lang="en-US" sz="1500" b="0" i="0" u="none" strike="noStrike" cap="none" dirty="0">
                <a:solidFill>
                  <a:schemeClr val="tx1"/>
                </a:solidFill>
                <a:latin typeface="Urbanist"/>
                <a:ea typeface="Urbanist"/>
                <a:cs typeface="Urbanist"/>
                <a:sym typeface="Urbanist"/>
              </a:rPr>
              <a:t> la </a:t>
            </a:r>
            <a:r>
              <a:rPr lang="en-US" sz="1500" b="0" i="0" u="none" strike="noStrike" cap="none" dirty="0" err="1">
                <a:solidFill>
                  <a:schemeClr val="tx1"/>
                </a:solidFill>
                <a:latin typeface="Urbanist"/>
                <a:ea typeface="Urbanist"/>
                <a:cs typeface="Urbanist"/>
                <a:sym typeface="Urbanist"/>
              </a:rPr>
              <a:t>relación</a:t>
            </a:r>
            <a:r>
              <a:rPr lang="en-US" sz="1500" b="0" i="0" u="none" strike="noStrike" cap="none" dirty="0">
                <a:solidFill>
                  <a:schemeClr val="tx1"/>
                </a:solidFill>
                <a:latin typeface="Urbanist"/>
                <a:ea typeface="Urbanist"/>
                <a:cs typeface="Urbanist"/>
                <a:sym typeface="Urbanist"/>
              </a:rPr>
              <a:t> de </a:t>
            </a:r>
            <a:r>
              <a:rPr lang="en-US" sz="1500" b="0" i="0" u="none" strike="noStrike" cap="none" dirty="0" err="1">
                <a:solidFill>
                  <a:schemeClr val="tx1"/>
                </a:solidFill>
                <a:latin typeface="Urbanist"/>
                <a:ea typeface="Urbanist"/>
                <a:cs typeface="Urbanist"/>
                <a:sym typeface="Urbanist"/>
              </a:rPr>
              <a:t>distancias</a:t>
            </a:r>
            <a:r>
              <a:rPr lang="en-US" sz="1500" b="0" i="0" u="none" strike="noStrike" cap="none" dirty="0">
                <a:solidFill>
                  <a:schemeClr val="tx1"/>
                </a:solidFill>
                <a:latin typeface="Urbanist"/>
                <a:ea typeface="Urbanist"/>
                <a:cs typeface="Urbanist"/>
                <a:sym typeface="Urbanist"/>
              </a:rPr>
              <a:t> entre puntos clave (landmarks).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17" name="Google Shape;180;p19">
            <a:extLst>
              <a:ext uri="{FF2B5EF4-FFF2-40B4-BE49-F238E27FC236}">
                <a16:creationId xmlns:a16="http://schemas.microsoft.com/office/drawing/2014/main" id="{5D75EF1C-1320-1158-EB77-9533329DFCE7}"/>
              </a:ext>
            </a:extLst>
          </p:cNvPr>
          <p:cNvSpPr txBox="1"/>
          <p:nvPr/>
        </p:nvSpPr>
        <p:spPr>
          <a:xfrm>
            <a:off x="313170" y="3814149"/>
            <a:ext cx="527685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10B98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Umbral: EAR &lt; 0.30 </a:t>
            </a:r>
            <a:r>
              <a:rPr lang="en-US" sz="1500" b="0" i="0" u="none" strike="noStrike" cap="none" dirty="0" err="1">
                <a:solidFill>
                  <a:srgbClr val="10B98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por</a:t>
            </a:r>
            <a:r>
              <a:rPr lang="en-US" sz="1500" b="0" i="0" u="none" strike="noStrike" cap="none" dirty="0">
                <a:solidFill>
                  <a:srgbClr val="10B98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 30 </a:t>
            </a:r>
            <a:r>
              <a:rPr lang="en-US" sz="1500" b="0" i="0" u="none" strike="noStrike" cap="none" dirty="0" err="1">
                <a:solidFill>
                  <a:srgbClr val="10B98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cuadros</a:t>
            </a:r>
            <a:r>
              <a:rPr lang="en-US" sz="1500" b="0" i="0" u="none" strike="noStrike" cap="none" dirty="0">
                <a:solidFill>
                  <a:srgbClr val="10B98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 </a:t>
            </a:r>
            <a:r>
              <a:rPr lang="en-US" sz="1500" b="0" i="0" u="none" strike="noStrike" cap="none" dirty="0" err="1">
                <a:solidFill>
                  <a:srgbClr val="10B98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consecutivos</a:t>
            </a:r>
            <a:r>
              <a:rPr lang="en-US" sz="1500" b="0" i="0" u="none" strike="noStrike" cap="none" dirty="0">
                <a:solidFill>
                  <a:srgbClr val="10B98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.</a:t>
            </a:r>
            <a:endParaRPr dirty="0"/>
          </a:p>
        </p:txBody>
      </p:sp>
      <p:pic>
        <p:nvPicPr>
          <p:cNvPr id="19" name="Google Shape;181;p19" descr="image.png">
            <a:extLst>
              <a:ext uri="{FF2B5EF4-FFF2-40B4-BE49-F238E27FC236}">
                <a16:creationId xmlns:a16="http://schemas.microsoft.com/office/drawing/2014/main" id="{93A290FB-D95E-13EA-14D7-74F1F3B7D1E1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 l="3191"/>
          <a:stretch>
            <a:fillRect/>
          </a:stretch>
        </p:blipFill>
        <p:spPr>
          <a:xfrm>
            <a:off x="397165" y="2857048"/>
            <a:ext cx="4638259" cy="689371"/>
          </a:xfrm>
          <a:prstGeom prst="rect">
            <a:avLst/>
          </a:prstGeom>
          <a:noFill/>
          <a:ln>
            <a:noFill/>
          </a:ln>
        </p:spPr>
      </p:pic>
      <p:pic>
        <p:nvPicPr>
          <p:cNvPr id="23" name="Google Shape;184;p19">
            <a:extLst>
              <a:ext uri="{FF2B5EF4-FFF2-40B4-BE49-F238E27FC236}">
                <a16:creationId xmlns:a16="http://schemas.microsoft.com/office/drawing/2014/main" id="{44CB283B-9228-ACDE-2985-D6FA83EA3102}"/>
              </a:ext>
            </a:extLst>
          </p:cNvPr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175608" y="1674923"/>
            <a:ext cx="3827034" cy="219237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799038183"/>
      </p:ext>
    </p:extLst>
  </p:cSld>
  <p:clrMapOvr>
    <a:overrideClrMapping bg1="lt1" tx1="dk1" bg2="dk2" tx2="lt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4E4E4"/>
        </a:solidFill>
        <a:effectLst/>
      </p:bgPr>
    </p:bg>
    <p:spTree>
      <p:nvGrpSpPr>
        <p:cNvPr id="1" name="Shape 76">
          <a:extLst>
            <a:ext uri="{FF2B5EF4-FFF2-40B4-BE49-F238E27FC236}">
              <a16:creationId xmlns:a16="http://schemas.microsoft.com/office/drawing/2014/main" id="{1687E54A-03D2-BF07-A6A0-99E2B6E82F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Google Shape;77;p15">
            <a:extLst>
              <a:ext uri="{FF2B5EF4-FFF2-40B4-BE49-F238E27FC236}">
                <a16:creationId xmlns:a16="http://schemas.microsoft.com/office/drawing/2014/main" id="{DF17BCA9-7569-F5D8-7AE5-63F62FD3F0E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56981" y="182177"/>
            <a:ext cx="1682656" cy="321206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62;p14">
            <a:extLst>
              <a:ext uri="{FF2B5EF4-FFF2-40B4-BE49-F238E27FC236}">
                <a16:creationId xmlns:a16="http://schemas.microsoft.com/office/drawing/2014/main" id="{603F0D7E-2549-4E67-A047-97E94E94F959}"/>
              </a:ext>
            </a:extLst>
          </p:cNvPr>
          <p:cNvSpPr txBox="1"/>
          <p:nvPr/>
        </p:nvSpPr>
        <p:spPr>
          <a:xfrm>
            <a:off x="654090" y="503383"/>
            <a:ext cx="6389595" cy="4385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Arial"/>
              <a:buNone/>
            </a:pPr>
            <a:r>
              <a:rPr lang="es-ES" sz="2400" b="0" i="0" u="none" strike="noStrike" cap="none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Detección de Bostezos y Postura</a:t>
            </a:r>
          </a:p>
        </p:txBody>
      </p:sp>
      <p:pic>
        <p:nvPicPr>
          <p:cNvPr id="3" name="Google Shape;190;p20" descr="image.png">
            <a:extLst>
              <a:ext uri="{FF2B5EF4-FFF2-40B4-BE49-F238E27FC236}">
                <a16:creationId xmlns:a16="http://schemas.microsoft.com/office/drawing/2014/main" id="{EA7AFA82-2688-C694-097D-267A6ECB57E8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70959" y="1800520"/>
            <a:ext cx="2632338" cy="2761562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oogle Shape;191;p20" descr="image.png">
            <a:extLst>
              <a:ext uri="{FF2B5EF4-FFF2-40B4-BE49-F238E27FC236}">
                <a16:creationId xmlns:a16="http://schemas.microsoft.com/office/drawing/2014/main" id="{8695E9C8-8FAD-3911-02EA-0A2C14B46462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240563" y="1800520"/>
            <a:ext cx="2632338" cy="2761562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oogle Shape;192;p20" descr="image.png">
            <a:extLst>
              <a:ext uri="{FF2B5EF4-FFF2-40B4-BE49-F238E27FC236}">
                <a16:creationId xmlns:a16="http://schemas.microsoft.com/office/drawing/2014/main" id="{33D2469F-1FB5-1742-01A3-BE3B7A5DDBBD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310167" y="1800520"/>
            <a:ext cx="2632338" cy="2761562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93;p20">
            <a:extLst>
              <a:ext uri="{FF2B5EF4-FFF2-40B4-BE49-F238E27FC236}">
                <a16:creationId xmlns:a16="http://schemas.microsoft.com/office/drawing/2014/main" id="{2B912BE8-298F-CD34-0F03-57488BC286B6}"/>
              </a:ext>
            </a:extLst>
          </p:cNvPr>
          <p:cNvSpPr txBox="1"/>
          <p:nvPr/>
        </p:nvSpPr>
        <p:spPr>
          <a:xfrm>
            <a:off x="466234" y="2597083"/>
            <a:ext cx="2003589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 err="1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Bostezo</a:t>
            </a:r>
            <a:r>
              <a:rPr lang="en-US" sz="1800" b="1" i="0" u="none" strike="noStrike" cap="none" dirty="0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 (MAR)</a:t>
            </a:r>
            <a:endParaRPr dirty="0"/>
          </a:p>
        </p:txBody>
      </p:sp>
      <p:sp>
        <p:nvSpPr>
          <p:cNvPr id="15" name="Google Shape;194;p20">
            <a:extLst>
              <a:ext uri="{FF2B5EF4-FFF2-40B4-BE49-F238E27FC236}">
                <a16:creationId xmlns:a16="http://schemas.microsoft.com/office/drawing/2014/main" id="{D42CDDF1-8219-D2AB-A734-3C0013249FE9}"/>
              </a:ext>
            </a:extLst>
          </p:cNvPr>
          <p:cNvSpPr txBox="1"/>
          <p:nvPr/>
        </p:nvSpPr>
        <p:spPr>
          <a:xfrm>
            <a:off x="466234" y="2933307"/>
            <a:ext cx="1956455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Si la apertura vertical de la boca (Mouth Aspect Ratio) </a:t>
            </a:r>
            <a:r>
              <a:rPr lang="en-US" sz="1200" b="0" i="0" u="none" strike="noStrike" cap="none" dirty="0" err="1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supera</a:t>
            </a:r>
            <a:r>
              <a:rPr lang="en-US" sz="1200" b="0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200" b="0" i="0" u="none" strike="noStrike" cap="none" dirty="0" err="1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el</a:t>
            </a:r>
            <a:r>
              <a:rPr lang="en-US" sz="1200" b="0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200" b="1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0.85</a:t>
            </a:r>
            <a:r>
              <a:rPr lang="en-US" sz="1200" b="0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, se </a:t>
            </a:r>
            <a:r>
              <a:rPr lang="en-US" sz="1200" b="0" i="0" u="none" strike="noStrike" cap="none" dirty="0" err="1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activa</a:t>
            </a:r>
            <a:r>
              <a:rPr lang="en-US" sz="1200" b="0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200" b="0" i="0" u="none" strike="noStrike" cap="none" dirty="0" err="1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una</a:t>
            </a:r>
            <a:r>
              <a:rPr lang="en-US" sz="1200" b="0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200" b="0" i="0" u="none" strike="noStrike" cap="none" dirty="0" err="1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alerta</a:t>
            </a:r>
            <a:r>
              <a:rPr lang="en-US" sz="1200" b="0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200" b="0" i="0" u="none" strike="noStrike" cap="none" dirty="0" err="1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preventiva</a:t>
            </a:r>
            <a:r>
              <a:rPr lang="en-US" sz="1200" b="0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de </a:t>
            </a:r>
            <a:r>
              <a:rPr lang="en-US" sz="1200" b="0" i="0" u="none" strike="noStrike" cap="none" dirty="0" err="1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fatiga</a:t>
            </a:r>
            <a:r>
              <a:rPr lang="en-US" sz="1200" b="0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 sz="1100" dirty="0"/>
          </a:p>
        </p:txBody>
      </p:sp>
      <p:sp>
        <p:nvSpPr>
          <p:cNvPr id="17" name="Google Shape;195;p20">
            <a:extLst>
              <a:ext uri="{FF2B5EF4-FFF2-40B4-BE49-F238E27FC236}">
                <a16:creationId xmlns:a16="http://schemas.microsoft.com/office/drawing/2014/main" id="{BADD270E-FC99-6BBC-C762-2C5F9297BF94}"/>
              </a:ext>
            </a:extLst>
          </p:cNvPr>
          <p:cNvSpPr txBox="1"/>
          <p:nvPr/>
        </p:nvSpPr>
        <p:spPr>
          <a:xfrm>
            <a:off x="3535838" y="2597083"/>
            <a:ext cx="2003589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 err="1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Cabeceo</a:t>
            </a:r>
            <a:r>
              <a:rPr lang="en-US" sz="1800" b="1" i="0" u="none" strike="noStrike" cap="none" dirty="0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 (Pitch)</a:t>
            </a:r>
            <a:endParaRPr dirty="0"/>
          </a:p>
        </p:txBody>
      </p:sp>
      <p:sp>
        <p:nvSpPr>
          <p:cNvPr id="19" name="Google Shape;196;p20">
            <a:extLst>
              <a:ext uri="{FF2B5EF4-FFF2-40B4-BE49-F238E27FC236}">
                <a16:creationId xmlns:a16="http://schemas.microsoft.com/office/drawing/2014/main" id="{0B9120EB-5182-D2D1-1069-1107CF0D118A}"/>
              </a:ext>
            </a:extLst>
          </p:cNvPr>
          <p:cNvSpPr txBox="1"/>
          <p:nvPr/>
        </p:nvSpPr>
        <p:spPr>
          <a:xfrm>
            <a:off x="3535838" y="2933307"/>
            <a:ext cx="1956455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Detecta cuando el mentón cae hacia el pecho. Umbral crítico: </a:t>
            </a:r>
            <a:r>
              <a:rPr lang="en-US" sz="1200" b="1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&lt; -10.0 grados</a:t>
            </a:r>
            <a:r>
              <a:rPr lang="en-US" sz="12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 sz="1100"/>
          </a:p>
        </p:txBody>
      </p:sp>
      <p:sp>
        <p:nvSpPr>
          <p:cNvPr id="21" name="Google Shape;197;p20">
            <a:extLst>
              <a:ext uri="{FF2B5EF4-FFF2-40B4-BE49-F238E27FC236}">
                <a16:creationId xmlns:a16="http://schemas.microsoft.com/office/drawing/2014/main" id="{E5FF5C5F-56A4-6148-1CF9-6132F8D4ACB1}"/>
              </a:ext>
            </a:extLst>
          </p:cNvPr>
          <p:cNvSpPr txBox="1"/>
          <p:nvPr/>
        </p:nvSpPr>
        <p:spPr>
          <a:xfrm>
            <a:off x="6605442" y="2597083"/>
            <a:ext cx="2003589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 err="1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Ladeo</a:t>
            </a:r>
            <a:r>
              <a:rPr lang="en-US" sz="1800" b="1" i="0" u="none" strike="noStrike" cap="none" dirty="0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 (Roll)</a:t>
            </a:r>
            <a:endParaRPr dirty="0"/>
          </a:p>
        </p:txBody>
      </p:sp>
      <p:sp>
        <p:nvSpPr>
          <p:cNvPr id="23" name="Google Shape;198;p20">
            <a:extLst>
              <a:ext uri="{FF2B5EF4-FFF2-40B4-BE49-F238E27FC236}">
                <a16:creationId xmlns:a16="http://schemas.microsoft.com/office/drawing/2014/main" id="{DDEEF864-AB82-5694-5557-17FB1D06C744}"/>
              </a:ext>
            </a:extLst>
          </p:cNvPr>
          <p:cNvSpPr txBox="1"/>
          <p:nvPr/>
        </p:nvSpPr>
        <p:spPr>
          <a:xfrm>
            <a:off x="6605442" y="2933307"/>
            <a:ext cx="1956455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Monitorea la caída lateral hacia los hombros. Activación si el ángulo es mayor a </a:t>
            </a:r>
            <a:r>
              <a:rPr lang="en-US" sz="1200" b="1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20.0 grados</a:t>
            </a:r>
            <a:r>
              <a:rPr lang="en-US" sz="12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 sz="1100"/>
          </a:p>
        </p:txBody>
      </p:sp>
      <p:pic>
        <p:nvPicPr>
          <p:cNvPr id="25" name="Google Shape;199;p20" descr="image.png">
            <a:extLst>
              <a:ext uri="{FF2B5EF4-FFF2-40B4-BE49-F238E27FC236}">
                <a16:creationId xmlns:a16="http://schemas.microsoft.com/office/drawing/2014/main" id="{8C002E80-AF8F-BEF7-2D58-4A61A0EE0D7E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66234" y="2067510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00;p20" descr="image.png">
            <a:extLst>
              <a:ext uri="{FF2B5EF4-FFF2-40B4-BE49-F238E27FC236}">
                <a16:creationId xmlns:a16="http://schemas.microsoft.com/office/drawing/2014/main" id="{F21F635E-58C0-C5BB-7FDC-F47F6C754FF2}"/>
              </a:ext>
            </a:extLst>
          </p:cNvPr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3535838" y="2067510"/>
            <a:ext cx="23812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" name="Google Shape;201;p20" descr="image.png">
            <a:extLst>
              <a:ext uri="{FF2B5EF4-FFF2-40B4-BE49-F238E27FC236}">
                <a16:creationId xmlns:a16="http://schemas.microsoft.com/office/drawing/2014/main" id="{8B7511B4-96C9-233F-1A6C-250F64A20904}"/>
              </a:ext>
            </a:extLst>
          </p:cNvPr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6605442" y="2067510"/>
            <a:ext cx="381000" cy="381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29008733"/>
      </p:ext>
    </p:extLst>
  </p:cSld>
  <p:clrMapOvr>
    <a:overrideClrMapping bg1="lt1" tx1="dk1" bg2="dk2" tx2="lt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4E4E4"/>
        </a:solidFill>
        <a:effectLst/>
      </p:bgPr>
    </p:bg>
    <p:spTree>
      <p:nvGrpSpPr>
        <p:cNvPr id="1" name="Shape 76">
          <a:extLst>
            <a:ext uri="{FF2B5EF4-FFF2-40B4-BE49-F238E27FC236}">
              <a16:creationId xmlns:a16="http://schemas.microsoft.com/office/drawing/2014/main" id="{436376D6-A0AC-8B3C-0302-E8DCBBB0F7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Google Shape;77;p15">
            <a:extLst>
              <a:ext uri="{FF2B5EF4-FFF2-40B4-BE49-F238E27FC236}">
                <a16:creationId xmlns:a16="http://schemas.microsoft.com/office/drawing/2014/main" id="{93481061-2505-AAB9-28BF-7C6B205A38E7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56981" y="182177"/>
            <a:ext cx="1682656" cy="321206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62;p14">
            <a:extLst>
              <a:ext uri="{FF2B5EF4-FFF2-40B4-BE49-F238E27FC236}">
                <a16:creationId xmlns:a16="http://schemas.microsoft.com/office/drawing/2014/main" id="{EEAE2559-B4D8-6A94-5965-E876E9D435BC}"/>
              </a:ext>
            </a:extLst>
          </p:cNvPr>
          <p:cNvSpPr txBox="1"/>
          <p:nvPr/>
        </p:nvSpPr>
        <p:spPr>
          <a:xfrm>
            <a:off x="654090" y="503383"/>
            <a:ext cx="6389595" cy="4385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Arial"/>
              <a:buNone/>
            </a:pPr>
            <a:r>
              <a:rPr lang="es-ES" sz="2400" b="0" i="0" u="none" strike="noStrike" cap="none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Explicación del Código Python</a:t>
            </a:r>
          </a:p>
        </p:txBody>
      </p:sp>
      <p:pic>
        <p:nvPicPr>
          <p:cNvPr id="6" name="Google Shape;209;p21" descr="image.png">
            <a:extLst>
              <a:ext uri="{FF2B5EF4-FFF2-40B4-BE49-F238E27FC236}">
                <a16:creationId xmlns:a16="http://schemas.microsoft.com/office/drawing/2014/main" id="{BD0867A3-22C1-19CC-5DB1-410351D8ED33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27363" y="1756429"/>
            <a:ext cx="3048666" cy="2533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oogle Shape;210;p21" descr="image.png">
            <a:extLst>
              <a:ext uri="{FF2B5EF4-FFF2-40B4-BE49-F238E27FC236}">
                <a16:creationId xmlns:a16="http://schemas.microsoft.com/office/drawing/2014/main" id="{27D31191-61E0-A853-FC5A-C1791BB1CD6E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067972" y="1756429"/>
            <a:ext cx="3048666" cy="253365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211;p21">
            <a:extLst>
              <a:ext uri="{FF2B5EF4-FFF2-40B4-BE49-F238E27FC236}">
                <a16:creationId xmlns:a16="http://schemas.microsoft.com/office/drawing/2014/main" id="{9275E1AF-F44B-42D2-B383-D74EE22F4D39}"/>
              </a:ext>
            </a:extLst>
          </p:cNvPr>
          <p:cNvSpPr txBox="1"/>
          <p:nvPr/>
        </p:nvSpPr>
        <p:spPr>
          <a:xfrm>
            <a:off x="1417888" y="2146954"/>
            <a:ext cx="2206530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Procesamiento Facial</a:t>
            </a:r>
            <a:endParaRPr/>
          </a:p>
        </p:txBody>
      </p:sp>
      <p:sp>
        <p:nvSpPr>
          <p:cNvPr id="15" name="Google Shape;212;p21">
            <a:extLst>
              <a:ext uri="{FF2B5EF4-FFF2-40B4-BE49-F238E27FC236}">
                <a16:creationId xmlns:a16="http://schemas.microsoft.com/office/drawing/2014/main" id="{582FDB60-574B-FD49-EC30-14CB9CFC5B8D}"/>
              </a:ext>
            </a:extLst>
          </p:cNvPr>
          <p:cNvSpPr txBox="1"/>
          <p:nvPr/>
        </p:nvSpPr>
        <p:spPr>
          <a:xfrm>
            <a:off x="1417887" y="2556529"/>
            <a:ext cx="2340791" cy="15234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 dirty="0" err="1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Utilizamos</a:t>
            </a:r>
            <a:r>
              <a:rPr lang="en-US" sz="1100" b="0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100" b="1" i="0" u="none" strike="noStrike" cap="none" dirty="0" err="1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MediaPipe</a:t>
            </a:r>
            <a:r>
              <a:rPr lang="en-US" sz="1100" b="1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100" b="1" i="0" u="none" strike="noStrike" cap="none" dirty="0" err="1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FaceMesh</a:t>
            </a:r>
            <a:r>
              <a:rPr lang="en-US" sz="1100" b="0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para </a:t>
            </a:r>
            <a:r>
              <a:rPr lang="en-US" sz="1100" b="0" i="0" u="none" strike="noStrike" cap="none" dirty="0" err="1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obtener</a:t>
            </a:r>
            <a:r>
              <a:rPr lang="en-US" sz="1100" b="0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468 </a:t>
            </a:r>
            <a:r>
              <a:rPr lang="en-US" sz="1100" b="0" i="0" u="none" strike="noStrike" cap="none" dirty="0" err="1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hitos</a:t>
            </a:r>
            <a:r>
              <a:rPr lang="en-US" sz="1100" b="0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100" b="0" i="0" u="none" strike="noStrike" cap="none" dirty="0" err="1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faciales</a:t>
            </a:r>
            <a:r>
              <a:rPr lang="en-US" sz="1100" b="0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100" b="0" i="0" u="none" strike="noStrike" cap="none" dirty="0" err="1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en</a:t>
            </a:r>
            <a:r>
              <a:rPr lang="en-US" sz="1100" b="0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3D a </a:t>
            </a:r>
            <a:r>
              <a:rPr lang="en-US" sz="1100" b="0" i="0" u="none" strike="noStrike" cap="none" dirty="0" err="1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tiempo</a:t>
            </a:r>
            <a:r>
              <a:rPr lang="en-US" sz="1100" b="0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real. La </a:t>
            </a:r>
            <a:r>
              <a:rPr lang="en-US" sz="1100" b="0" i="0" u="none" strike="noStrike" cap="none" dirty="0" err="1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función</a:t>
            </a:r>
            <a:r>
              <a:rPr lang="en-US" sz="1100" b="0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100" b="0" i="0" u="none" strike="noStrike" cap="none" dirty="0" err="1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calculate_aspect_ratio</a:t>
            </a:r>
            <a:r>
              <a:rPr lang="en-US" sz="1100" b="0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100" b="0" i="0" u="none" strike="noStrike" cap="none" dirty="0" err="1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procesa</a:t>
            </a:r>
            <a:r>
              <a:rPr lang="en-US" sz="1100" b="0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las </a:t>
            </a:r>
            <a:r>
              <a:rPr lang="en-US" sz="1100" b="0" i="0" u="none" strike="noStrike" cap="none" dirty="0" err="1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distancias</a:t>
            </a:r>
            <a:r>
              <a:rPr lang="en-US" sz="1100" b="0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100" b="0" i="0" u="none" strike="noStrike" cap="none" dirty="0" err="1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euclidianas</a:t>
            </a:r>
            <a:r>
              <a:rPr lang="en-US" sz="1100" b="0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de </a:t>
            </a:r>
            <a:r>
              <a:rPr lang="en-US" sz="1100" b="0" i="0" u="none" strike="noStrike" cap="none" dirty="0" err="1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los</a:t>
            </a:r>
            <a:r>
              <a:rPr lang="en-US" sz="1100" b="0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ojos y la boca.</a:t>
            </a:r>
            <a:endParaRPr sz="1050" dirty="0"/>
          </a:p>
        </p:txBody>
      </p:sp>
      <p:sp>
        <p:nvSpPr>
          <p:cNvPr id="17" name="Google Shape;213;p21">
            <a:extLst>
              <a:ext uri="{FF2B5EF4-FFF2-40B4-BE49-F238E27FC236}">
                <a16:creationId xmlns:a16="http://schemas.microsoft.com/office/drawing/2014/main" id="{7CAAA34F-A24A-EBDD-EFC4-A6D77B5664B3}"/>
              </a:ext>
            </a:extLst>
          </p:cNvPr>
          <p:cNvSpPr txBox="1"/>
          <p:nvPr/>
        </p:nvSpPr>
        <p:spPr>
          <a:xfrm>
            <a:off x="5458497" y="2146954"/>
            <a:ext cx="2206530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Sistema de Alertas</a:t>
            </a:r>
            <a:endParaRPr/>
          </a:p>
        </p:txBody>
      </p:sp>
      <p:sp>
        <p:nvSpPr>
          <p:cNvPr id="19" name="Google Shape;214;p21">
            <a:extLst>
              <a:ext uri="{FF2B5EF4-FFF2-40B4-BE49-F238E27FC236}">
                <a16:creationId xmlns:a16="http://schemas.microsoft.com/office/drawing/2014/main" id="{C5066DCA-9800-C707-11A8-8F97DBFE19BE}"/>
              </a:ext>
            </a:extLst>
          </p:cNvPr>
          <p:cNvSpPr txBox="1"/>
          <p:nvPr/>
        </p:nvSpPr>
        <p:spPr>
          <a:xfrm>
            <a:off x="5458496" y="2556529"/>
            <a:ext cx="2340791" cy="15234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Se utiliza </a:t>
            </a:r>
            <a:r>
              <a:rPr lang="en-US" sz="1100" b="1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Pygame Mixer</a:t>
            </a:r>
            <a:r>
              <a:rPr lang="en-US" sz="11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para la reproducción de audio asíncrona. La lógica incluye un contador de cuadros para ignorar parpadeos naturales y detectar solo el cierre sostenido.</a:t>
            </a:r>
            <a:endParaRPr sz="1050"/>
          </a:p>
        </p:txBody>
      </p:sp>
    </p:spTree>
    <p:extLst>
      <p:ext uri="{BB962C8B-B14F-4D97-AF65-F5344CB8AC3E}">
        <p14:creationId xmlns:p14="http://schemas.microsoft.com/office/powerpoint/2010/main" val="3818395482"/>
      </p:ext>
    </p:extLst>
  </p:cSld>
  <p:clrMapOvr>
    <a:overrideClrMapping bg1="lt1" tx1="dk1" bg2="dk2" tx2="lt2" accent1="accent1" accent2="accent2" accent3="accent3" accent4="accent4" accent5="accent5" accent6="accent6" hlink="hlink" folHlink="folHlink"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4E4E4"/>
        </a:solidFill>
        <a:effectLst/>
      </p:bgPr>
    </p:bg>
    <p:spTree>
      <p:nvGrpSpPr>
        <p:cNvPr id="1" name="Shape 76">
          <a:extLst>
            <a:ext uri="{FF2B5EF4-FFF2-40B4-BE49-F238E27FC236}">
              <a16:creationId xmlns:a16="http://schemas.microsoft.com/office/drawing/2014/main" id="{962D075F-042D-7CDA-6C88-E77E46CA10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Google Shape;77;p15">
            <a:extLst>
              <a:ext uri="{FF2B5EF4-FFF2-40B4-BE49-F238E27FC236}">
                <a16:creationId xmlns:a16="http://schemas.microsoft.com/office/drawing/2014/main" id="{366B2FE4-7BC1-DA1C-1283-2C79B500CC0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56981" y="182177"/>
            <a:ext cx="1682656" cy="321206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222;p22">
            <a:extLst>
              <a:ext uri="{FF2B5EF4-FFF2-40B4-BE49-F238E27FC236}">
                <a16:creationId xmlns:a16="http://schemas.microsoft.com/office/drawing/2014/main" id="{20190D1C-A42D-DA2E-19E3-FECB43BDF1D1}"/>
              </a:ext>
            </a:extLst>
          </p:cNvPr>
          <p:cNvSpPr txBox="1"/>
          <p:nvPr/>
        </p:nvSpPr>
        <p:spPr>
          <a:xfrm>
            <a:off x="328795" y="944178"/>
            <a:ext cx="8371002" cy="733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 dirty="0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DEMO</a:t>
            </a:r>
            <a:r>
              <a:rPr lang="en-US" sz="4800" b="1" i="0" u="none" strike="noStrike" cap="none" dirty="0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 EN VIVO</a:t>
            </a:r>
            <a:endParaRPr dirty="0"/>
          </a:p>
        </p:txBody>
      </p:sp>
      <p:sp>
        <p:nvSpPr>
          <p:cNvPr id="6" name="Google Shape;224;p22">
            <a:extLst>
              <a:ext uri="{FF2B5EF4-FFF2-40B4-BE49-F238E27FC236}">
                <a16:creationId xmlns:a16="http://schemas.microsoft.com/office/drawing/2014/main" id="{35D0F0EE-08B7-8DC6-141C-31A5ACC52A13}"/>
              </a:ext>
            </a:extLst>
          </p:cNvPr>
          <p:cNvSpPr txBox="1"/>
          <p:nvPr/>
        </p:nvSpPr>
        <p:spPr>
          <a:xfrm>
            <a:off x="529129" y="3868353"/>
            <a:ext cx="7972383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>
              <a:lnSpc>
                <a:spcPct val="150000"/>
              </a:lnSpc>
            </a:pPr>
            <a:r>
              <a:rPr lang="en-US" sz="1800" i="0" u="none" strike="noStrike" cap="none" dirty="0" err="1">
                <a:solidFill>
                  <a:schemeClr val="tx1"/>
                </a:solidFill>
                <a:latin typeface="Urbanist"/>
                <a:ea typeface="Urbanist"/>
                <a:cs typeface="Urbanist"/>
                <a:sym typeface="Urbanist"/>
              </a:rPr>
              <a:t>Ejecución</a:t>
            </a:r>
            <a:r>
              <a:rPr lang="en-US" sz="1800" i="0" u="none" strike="noStrike" cap="none" dirty="0">
                <a:solidFill>
                  <a:schemeClr val="tx1"/>
                </a:solidFill>
                <a:latin typeface="Urbanist"/>
                <a:ea typeface="Urbanist"/>
                <a:cs typeface="Urbanist"/>
                <a:sym typeface="Urbanist"/>
              </a:rPr>
              <a:t> del script: </a:t>
            </a:r>
            <a:r>
              <a:rPr lang="en-US" sz="1800" dirty="0">
                <a:solidFill>
                  <a:schemeClr val="tx1"/>
                </a:solidFill>
                <a:latin typeface="Urbanist"/>
                <a:ea typeface="Urbanist"/>
                <a:cs typeface="Urbanist"/>
                <a:sym typeface="Urbanist"/>
              </a:rPr>
              <a:t>driver_monitor_pygame_posture.py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9" name="Google Shape;225;p22">
            <a:extLst>
              <a:ext uri="{FF2B5EF4-FFF2-40B4-BE49-F238E27FC236}">
                <a16:creationId xmlns:a16="http://schemas.microsoft.com/office/drawing/2014/main" id="{EB01F8CB-8537-A864-C44F-4B3AC0E16753}"/>
              </a:ext>
            </a:extLst>
          </p:cNvPr>
          <p:cNvSpPr txBox="1"/>
          <p:nvPr/>
        </p:nvSpPr>
        <p:spPr>
          <a:xfrm>
            <a:off x="529129" y="4439853"/>
            <a:ext cx="7972383" cy="346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 err="1">
                <a:solidFill>
                  <a:schemeClr val="tx1"/>
                </a:solidFill>
                <a:latin typeface="Urbanist"/>
                <a:ea typeface="Urbanist"/>
                <a:cs typeface="Urbanist"/>
                <a:sym typeface="Urbanist"/>
              </a:rPr>
              <a:t>Prueba</a:t>
            </a:r>
            <a:r>
              <a:rPr lang="en-US" sz="1500" b="0" i="0" u="none" strike="noStrike" cap="none" dirty="0">
                <a:solidFill>
                  <a:schemeClr val="tx1"/>
                </a:solidFill>
                <a:latin typeface="Urbanist"/>
                <a:ea typeface="Urbanist"/>
                <a:cs typeface="Urbanist"/>
                <a:sym typeface="Urbanist"/>
              </a:rPr>
              <a:t> de </a:t>
            </a:r>
            <a:r>
              <a:rPr lang="en-US" sz="1500" b="0" i="0" u="none" strike="noStrike" cap="none" dirty="0" err="1">
                <a:solidFill>
                  <a:schemeClr val="tx1"/>
                </a:solidFill>
                <a:latin typeface="Urbanist"/>
                <a:ea typeface="Urbanist"/>
                <a:cs typeface="Urbanist"/>
                <a:sym typeface="Urbanist"/>
              </a:rPr>
              <a:t>detección</a:t>
            </a:r>
            <a:r>
              <a:rPr lang="en-US" sz="1500" b="0" i="0" u="none" strike="noStrike" cap="none" dirty="0">
                <a:solidFill>
                  <a:schemeClr val="tx1"/>
                </a:solidFill>
                <a:latin typeface="Urbanist"/>
                <a:ea typeface="Urbanist"/>
                <a:cs typeface="Urbanist"/>
                <a:sym typeface="Urbanist"/>
              </a:rPr>
              <a:t> de ojos </a:t>
            </a:r>
            <a:r>
              <a:rPr lang="en-US" sz="1500" b="0" i="0" u="none" strike="noStrike" cap="none" dirty="0" err="1">
                <a:solidFill>
                  <a:schemeClr val="tx1"/>
                </a:solidFill>
                <a:latin typeface="Urbanist"/>
                <a:ea typeface="Urbanist"/>
                <a:cs typeface="Urbanist"/>
                <a:sym typeface="Urbanist"/>
              </a:rPr>
              <a:t>cerrados</a:t>
            </a:r>
            <a:r>
              <a:rPr lang="en-US" sz="1500" b="0" i="0" u="none" strike="noStrike" cap="none" dirty="0">
                <a:solidFill>
                  <a:schemeClr val="tx1"/>
                </a:solidFill>
                <a:latin typeface="Urbanist"/>
                <a:ea typeface="Urbanist"/>
                <a:cs typeface="Urbanist"/>
                <a:sym typeface="Urbanist"/>
              </a:rPr>
              <a:t>, </a:t>
            </a:r>
            <a:r>
              <a:rPr lang="en-US" sz="1500" b="0" i="0" u="none" strike="noStrike" cap="none" dirty="0" err="1">
                <a:solidFill>
                  <a:schemeClr val="tx1"/>
                </a:solidFill>
                <a:latin typeface="Urbanist"/>
                <a:ea typeface="Urbanist"/>
                <a:cs typeface="Urbanist"/>
                <a:sym typeface="Urbanist"/>
              </a:rPr>
              <a:t>bostezos</a:t>
            </a:r>
            <a:r>
              <a:rPr lang="en-US" sz="1500" b="0" i="0" u="none" strike="noStrike" cap="none" dirty="0">
                <a:solidFill>
                  <a:schemeClr val="tx1"/>
                </a:solidFill>
                <a:latin typeface="Urbanist"/>
                <a:ea typeface="Urbanist"/>
                <a:cs typeface="Urbanist"/>
                <a:sym typeface="Urbanist"/>
              </a:rPr>
              <a:t> e </a:t>
            </a:r>
            <a:r>
              <a:rPr lang="en-US" sz="1500" b="0" i="0" u="none" strike="noStrike" cap="none" dirty="0" err="1">
                <a:solidFill>
                  <a:schemeClr val="tx1"/>
                </a:solidFill>
                <a:latin typeface="Urbanist"/>
                <a:ea typeface="Urbanist"/>
                <a:cs typeface="Urbanist"/>
                <a:sym typeface="Urbanist"/>
              </a:rPr>
              <a:t>inclinación</a:t>
            </a:r>
            <a:r>
              <a:rPr lang="en-US" sz="1500" b="0" i="0" u="none" strike="noStrike" cap="none" dirty="0">
                <a:solidFill>
                  <a:schemeClr val="tx1"/>
                </a:solidFill>
                <a:latin typeface="Urbanist"/>
                <a:ea typeface="Urbanist"/>
                <a:cs typeface="Urbanist"/>
                <a:sym typeface="Urbanist"/>
              </a:rPr>
              <a:t> de cabeza.</a:t>
            </a:r>
            <a:endParaRPr dirty="0">
              <a:solidFill>
                <a:schemeClr val="tx1"/>
              </a:solidFill>
            </a:endParaRPr>
          </a:p>
        </p:txBody>
      </p:sp>
      <p:pic>
        <p:nvPicPr>
          <p:cNvPr id="15" name="Google Shape;223;p22" descr="image.png">
            <a:extLst>
              <a:ext uri="{FF2B5EF4-FFF2-40B4-BE49-F238E27FC236}">
                <a16:creationId xmlns:a16="http://schemas.microsoft.com/office/drawing/2014/main" id="{7C51122A-6BC7-29D7-9286-13A247CBD191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975389" y="2107503"/>
            <a:ext cx="1193222" cy="1331528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226;p22" descr="image.png">
            <a:extLst>
              <a:ext uri="{FF2B5EF4-FFF2-40B4-BE49-F238E27FC236}">
                <a16:creationId xmlns:a16="http://schemas.microsoft.com/office/drawing/2014/main" id="{850956AC-79A6-A2D0-4A19-F82072E8E536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356389" y="2392267"/>
            <a:ext cx="511381" cy="66576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087988647"/>
      </p:ext>
    </p:extLst>
  </p:cSld>
  <p:clrMapOvr>
    <a:overrideClrMapping bg1="lt1" tx1="dk1" bg2="dk2" tx2="lt2" accent1="accent1" accent2="accent2" accent3="accent3" accent4="accent4" accent5="accent5" accent6="accent6" hlink="hlink" folHlink="folHlink"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4E4E4"/>
        </a:solidFill>
        <a:effectLst/>
      </p:bgPr>
    </p:bg>
    <p:spTree>
      <p:nvGrpSpPr>
        <p:cNvPr id="1" name="Shape 76">
          <a:extLst>
            <a:ext uri="{FF2B5EF4-FFF2-40B4-BE49-F238E27FC236}">
              <a16:creationId xmlns:a16="http://schemas.microsoft.com/office/drawing/2014/main" id="{D9A62659-8F79-259E-2EFD-E3B650B572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Google Shape;77;p15">
            <a:extLst>
              <a:ext uri="{FF2B5EF4-FFF2-40B4-BE49-F238E27FC236}">
                <a16:creationId xmlns:a16="http://schemas.microsoft.com/office/drawing/2014/main" id="{A6389561-2A65-1507-69FE-65EC0DB50843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56981" y="182177"/>
            <a:ext cx="1682656" cy="321206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62;p14">
            <a:extLst>
              <a:ext uri="{FF2B5EF4-FFF2-40B4-BE49-F238E27FC236}">
                <a16:creationId xmlns:a16="http://schemas.microsoft.com/office/drawing/2014/main" id="{22930B75-DF02-C8E4-379C-BB8939373773}"/>
              </a:ext>
            </a:extLst>
          </p:cNvPr>
          <p:cNvSpPr txBox="1"/>
          <p:nvPr/>
        </p:nvSpPr>
        <p:spPr>
          <a:xfrm>
            <a:off x="654090" y="503383"/>
            <a:ext cx="6389595" cy="4385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Arial"/>
              <a:buNone/>
            </a:pPr>
            <a:r>
              <a:rPr lang="es-419" sz="2400" b="0" i="0" u="none" strike="noStrike" cap="none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Conclusiones</a:t>
            </a:r>
          </a:p>
        </p:txBody>
      </p:sp>
      <p:sp>
        <p:nvSpPr>
          <p:cNvPr id="3" name="Google Shape;232;p23">
            <a:extLst>
              <a:ext uri="{FF2B5EF4-FFF2-40B4-BE49-F238E27FC236}">
                <a16:creationId xmlns:a16="http://schemas.microsoft.com/office/drawing/2014/main" id="{5B36696D-BB4A-77CA-17B8-BF5D68973295}"/>
              </a:ext>
            </a:extLst>
          </p:cNvPr>
          <p:cNvSpPr txBox="1"/>
          <p:nvPr/>
        </p:nvSpPr>
        <p:spPr>
          <a:xfrm>
            <a:off x="752281" y="1765512"/>
            <a:ext cx="7741270" cy="50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 dirty="0" err="1">
                <a:solidFill>
                  <a:schemeClr val="tx1"/>
                </a:solidFill>
                <a:latin typeface="Urbanist"/>
                <a:ea typeface="Urbanist"/>
                <a:cs typeface="Urbanist"/>
                <a:sym typeface="Urbanist"/>
              </a:rPr>
              <a:t>Prevención</a:t>
            </a:r>
            <a:r>
              <a:rPr lang="en-US" sz="1100" b="1" i="0" u="none" strike="noStrike" cap="none" dirty="0">
                <a:solidFill>
                  <a:schemeClr val="tx1"/>
                </a:solidFill>
                <a:latin typeface="Urbanist"/>
                <a:ea typeface="Urbanist"/>
                <a:cs typeface="Urbanist"/>
                <a:sym typeface="Urbanist"/>
              </a:rPr>
              <a:t> Real:</a:t>
            </a:r>
            <a:r>
              <a:rPr lang="en-US" sz="1100" b="0" i="0" u="none" strike="noStrike" cap="none" dirty="0">
                <a:solidFill>
                  <a:schemeClr val="tx1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100" b="0" i="0" u="none" strike="noStrike" cap="none" dirty="0">
                <a:solidFill>
                  <a:schemeClr val="tx1">
                    <a:lumMod val="75000"/>
                    <a:lumOff val="25000"/>
                  </a:schemeClr>
                </a:solidFill>
                <a:latin typeface="Urbanist"/>
                <a:ea typeface="Urbanist"/>
                <a:cs typeface="Urbanist"/>
                <a:sym typeface="Urbanist"/>
              </a:rPr>
              <a:t>El </a:t>
            </a:r>
            <a:r>
              <a:rPr lang="en-US" sz="1100" b="0" i="0" u="none" strike="noStrike" cap="none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Urbanist"/>
                <a:ea typeface="Urbanist"/>
                <a:cs typeface="Urbanist"/>
                <a:sym typeface="Urbanist"/>
              </a:rPr>
              <a:t>microsueño</a:t>
            </a:r>
            <a:r>
              <a:rPr lang="en-US" sz="1100" b="0" i="0" u="none" strike="noStrike" cap="none" dirty="0">
                <a:solidFill>
                  <a:schemeClr val="tx1">
                    <a:lumMod val="75000"/>
                    <a:lumOff val="25000"/>
                  </a:schemeClr>
                </a:solidFill>
                <a:latin typeface="Urbanist"/>
                <a:ea typeface="Urbanist"/>
                <a:cs typeface="Urbanist"/>
                <a:sym typeface="Urbanist"/>
              </a:rPr>
              <a:t> del </a:t>
            </a:r>
            <a:r>
              <a:rPr lang="en-US" sz="1100" b="0" i="0" u="none" strike="noStrike" cap="none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Urbanist"/>
                <a:ea typeface="Urbanist"/>
                <a:cs typeface="Urbanist"/>
                <a:sym typeface="Urbanist"/>
              </a:rPr>
              <a:t>taxista</a:t>
            </a:r>
            <a:r>
              <a:rPr lang="en-US" sz="1100" b="0" i="0" u="none" strike="noStrike" cap="none" dirty="0">
                <a:solidFill>
                  <a:schemeClr val="tx1">
                    <a:lumMod val="75000"/>
                    <a:lumOff val="25000"/>
                  </a:schemeClr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100" b="0" i="0" u="none" strike="noStrike" cap="none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Urbanist"/>
                <a:ea typeface="Urbanist"/>
                <a:cs typeface="Urbanist"/>
                <a:sym typeface="Urbanist"/>
              </a:rPr>
              <a:t>en</a:t>
            </a:r>
            <a:r>
              <a:rPr lang="en-US" sz="1100" b="0" i="0" u="none" strike="noStrike" cap="none" dirty="0">
                <a:solidFill>
                  <a:schemeClr val="tx1">
                    <a:lumMod val="75000"/>
                    <a:lumOff val="25000"/>
                  </a:schemeClr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100" b="0" i="0" u="none" strike="noStrike" cap="none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Urbanist"/>
                <a:ea typeface="Urbanist"/>
                <a:cs typeface="Urbanist"/>
                <a:sym typeface="Urbanist"/>
              </a:rPr>
              <a:t>Periférico</a:t>
            </a:r>
            <a:r>
              <a:rPr lang="en-US" sz="1100" b="0" i="0" u="none" strike="noStrike" cap="none" dirty="0">
                <a:solidFill>
                  <a:schemeClr val="tx1">
                    <a:lumMod val="75000"/>
                    <a:lumOff val="25000"/>
                  </a:schemeClr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100" b="0" i="0" u="none" strike="noStrike" cap="none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Urbanist"/>
                <a:ea typeface="Urbanist"/>
                <a:cs typeface="Urbanist"/>
                <a:sym typeface="Urbanist"/>
              </a:rPr>
              <a:t>podría</a:t>
            </a:r>
            <a:r>
              <a:rPr lang="en-US" sz="1100" b="0" i="0" u="none" strike="noStrike" cap="none" dirty="0">
                <a:solidFill>
                  <a:schemeClr val="tx1">
                    <a:lumMod val="75000"/>
                    <a:lumOff val="25000"/>
                  </a:schemeClr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100" b="0" i="0" u="none" strike="noStrike" cap="none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Urbanist"/>
                <a:ea typeface="Urbanist"/>
                <a:cs typeface="Urbanist"/>
                <a:sym typeface="Urbanist"/>
              </a:rPr>
              <a:t>haberse</a:t>
            </a:r>
            <a:r>
              <a:rPr lang="en-US" sz="1100" b="0" i="0" u="none" strike="noStrike" cap="none" dirty="0">
                <a:solidFill>
                  <a:schemeClr val="tx1">
                    <a:lumMod val="75000"/>
                    <a:lumOff val="25000"/>
                  </a:schemeClr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100" b="0" i="0" u="none" strike="noStrike" cap="none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Urbanist"/>
                <a:ea typeface="Urbanist"/>
                <a:cs typeface="Urbanist"/>
                <a:sym typeface="Urbanist"/>
              </a:rPr>
              <a:t>evitado</a:t>
            </a:r>
            <a:r>
              <a:rPr lang="en-US" sz="1100" b="0" i="0" u="none" strike="noStrike" cap="none" dirty="0">
                <a:solidFill>
                  <a:schemeClr val="tx1">
                    <a:lumMod val="75000"/>
                    <a:lumOff val="25000"/>
                  </a:schemeClr>
                </a:solidFill>
                <a:latin typeface="Urbanist"/>
                <a:ea typeface="Urbanist"/>
                <a:cs typeface="Urbanist"/>
                <a:sym typeface="Urbanist"/>
              </a:rPr>
              <a:t> con </a:t>
            </a:r>
            <a:r>
              <a:rPr lang="en-US" sz="1100" b="0" i="0" u="none" strike="noStrike" cap="none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Urbanist"/>
                <a:ea typeface="Urbanist"/>
                <a:cs typeface="Urbanist"/>
                <a:sym typeface="Urbanist"/>
              </a:rPr>
              <a:t>una</a:t>
            </a:r>
            <a:r>
              <a:rPr lang="en-US" sz="1100" b="0" i="0" u="none" strike="noStrike" cap="none" dirty="0">
                <a:solidFill>
                  <a:schemeClr val="tx1">
                    <a:lumMod val="75000"/>
                    <a:lumOff val="25000"/>
                  </a:schemeClr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100" b="0" i="0" u="none" strike="noStrike" cap="none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Urbanist"/>
                <a:ea typeface="Urbanist"/>
                <a:cs typeface="Urbanist"/>
                <a:sym typeface="Urbanist"/>
              </a:rPr>
              <a:t>alerta</a:t>
            </a:r>
            <a:r>
              <a:rPr lang="en-US" sz="1100" b="0" i="0" u="none" strike="noStrike" cap="none" dirty="0">
                <a:solidFill>
                  <a:schemeClr val="tx1">
                    <a:lumMod val="75000"/>
                    <a:lumOff val="25000"/>
                  </a:schemeClr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100" b="0" i="0" u="none" strike="noStrike" cap="none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Urbanist"/>
                <a:ea typeface="Urbanist"/>
                <a:cs typeface="Urbanist"/>
                <a:sym typeface="Urbanist"/>
              </a:rPr>
              <a:t>sonora</a:t>
            </a:r>
            <a:r>
              <a:rPr lang="en-US" sz="1100" b="0" i="0" u="none" strike="noStrike" cap="none" dirty="0">
                <a:solidFill>
                  <a:schemeClr val="tx1">
                    <a:lumMod val="75000"/>
                    <a:lumOff val="25000"/>
                  </a:schemeClr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100" b="0" i="0" u="none" strike="noStrike" cap="none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Urbanist"/>
                <a:ea typeface="Urbanist"/>
                <a:cs typeface="Urbanist"/>
                <a:sym typeface="Urbanist"/>
              </a:rPr>
              <a:t>activa</a:t>
            </a:r>
            <a:r>
              <a:rPr lang="en-US" sz="1100" b="0" i="0" u="none" strike="noStrike" cap="none" dirty="0">
                <a:solidFill>
                  <a:schemeClr val="tx1">
                    <a:lumMod val="75000"/>
                    <a:lumOff val="25000"/>
                  </a:schemeClr>
                </a:solidFill>
                <a:latin typeface="Urbanist"/>
                <a:ea typeface="Urbanist"/>
                <a:cs typeface="Urbanist"/>
                <a:sym typeface="Urbanist"/>
              </a:rPr>
              <a:t> a </a:t>
            </a:r>
            <a:r>
              <a:rPr lang="en-US" sz="1100" b="0" i="0" u="none" strike="noStrike" cap="none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Urbanist"/>
                <a:ea typeface="Urbanist"/>
                <a:cs typeface="Urbanist"/>
                <a:sym typeface="Urbanist"/>
              </a:rPr>
              <a:t>los</a:t>
            </a:r>
            <a:r>
              <a:rPr lang="en-US" sz="1100" b="0" i="0" u="none" strike="noStrike" cap="none" dirty="0">
                <a:solidFill>
                  <a:schemeClr val="tx1">
                    <a:lumMod val="75000"/>
                    <a:lumOff val="25000"/>
                  </a:schemeClr>
                </a:solidFill>
                <a:latin typeface="Urbanist"/>
                <a:ea typeface="Urbanist"/>
                <a:cs typeface="Urbanist"/>
                <a:sym typeface="Urbanist"/>
              </a:rPr>
              <a:t> 1.5 </a:t>
            </a:r>
            <a:r>
              <a:rPr lang="en-US" sz="1100" b="0" i="0" u="none" strike="noStrike" cap="none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Urbanist"/>
                <a:ea typeface="Urbanist"/>
                <a:cs typeface="Urbanist"/>
                <a:sym typeface="Urbanist"/>
              </a:rPr>
              <a:t>segundos</a:t>
            </a:r>
            <a:r>
              <a:rPr lang="en-US" sz="1100" b="0" i="0" u="none" strike="noStrike" cap="none" dirty="0">
                <a:solidFill>
                  <a:schemeClr val="tx1">
                    <a:lumMod val="75000"/>
                    <a:lumOff val="25000"/>
                  </a:schemeClr>
                </a:solidFill>
                <a:latin typeface="Urbanist"/>
                <a:ea typeface="Urbanist"/>
                <a:cs typeface="Urbanist"/>
                <a:sym typeface="Urbanist"/>
              </a:rPr>
              <a:t> de </a:t>
            </a:r>
            <a:r>
              <a:rPr lang="en-US" sz="1100" b="0" i="0" u="none" strike="noStrike" cap="none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Urbanist"/>
                <a:ea typeface="Urbanist"/>
                <a:cs typeface="Urbanist"/>
                <a:sym typeface="Urbanist"/>
              </a:rPr>
              <a:t>cierre</a:t>
            </a:r>
            <a:r>
              <a:rPr lang="en-US" sz="1100" b="0" i="0" u="none" strike="noStrike" cap="none" dirty="0">
                <a:solidFill>
                  <a:schemeClr val="tx1">
                    <a:lumMod val="75000"/>
                    <a:lumOff val="25000"/>
                  </a:schemeClr>
                </a:solidFill>
                <a:latin typeface="Urbanist"/>
                <a:ea typeface="Urbanist"/>
                <a:cs typeface="Urbanist"/>
                <a:sym typeface="Urbanist"/>
              </a:rPr>
              <a:t> de </a:t>
            </a:r>
            <a:r>
              <a:rPr lang="en-US" sz="1100" b="0" i="0" u="none" strike="noStrike" cap="none" dirty="0">
                <a:solidFill>
                  <a:schemeClr val="tx1"/>
                </a:solidFill>
                <a:latin typeface="Urbanist"/>
                <a:ea typeface="Urbanist"/>
                <a:cs typeface="Urbanist"/>
                <a:sym typeface="Urbanist"/>
              </a:rPr>
              <a:t>ojos</a:t>
            </a:r>
            <a:r>
              <a:rPr lang="en-US" sz="1100" b="0" i="0" u="none" strike="noStrike" cap="none" dirty="0">
                <a:solidFill>
                  <a:schemeClr val="tx1">
                    <a:lumMod val="75000"/>
                    <a:lumOff val="25000"/>
                  </a:schemeClr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 sz="105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6" name="Google Shape;233;p23">
            <a:extLst>
              <a:ext uri="{FF2B5EF4-FFF2-40B4-BE49-F238E27FC236}">
                <a16:creationId xmlns:a16="http://schemas.microsoft.com/office/drawing/2014/main" id="{AE19B5DF-F361-613E-06D9-A44937905A5E}"/>
              </a:ext>
            </a:extLst>
          </p:cNvPr>
          <p:cNvSpPr txBox="1"/>
          <p:nvPr/>
        </p:nvSpPr>
        <p:spPr>
          <a:xfrm>
            <a:off x="752281" y="2632287"/>
            <a:ext cx="7741270" cy="50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>
              <a:lnSpc>
                <a:spcPct val="150000"/>
              </a:lnSpc>
              <a:buNone/>
              <a:defRPr sz="1100" b="1">
                <a:solidFill>
                  <a:schemeClr val="tx1"/>
                </a:solidFill>
                <a:latin typeface="Urbanist"/>
                <a:ea typeface="Urbanist"/>
                <a:cs typeface="Urbanist"/>
              </a:defRPr>
            </a:lvl1pPr>
          </a:lstStyle>
          <a:p>
            <a:r>
              <a:rPr lang="en-US" dirty="0" err="1">
                <a:sym typeface="Urbanist"/>
              </a:rPr>
              <a:t>Viabilidad</a:t>
            </a:r>
            <a:r>
              <a:rPr lang="en-US" dirty="0">
                <a:sym typeface="Urbanist"/>
              </a:rPr>
              <a:t> Técnica: </a:t>
            </a:r>
            <a:r>
              <a:rPr lang="en-US" b="0" dirty="0">
                <a:solidFill>
                  <a:schemeClr val="tx1">
                    <a:lumMod val="75000"/>
                    <a:lumOff val="25000"/>
                  </a:schemeClr>
                </a:solidFill>
                <a:sym typeface="Urbanist"/>
              </a:rPr>
              <a:t>La </a:t>
            </a:r>
            <a:r>
              <a:rPr lang="en-US" b="0" dirty="0" err="1">
                <a:solidFill>
                  <a:schemeClr val="tx1">
                    <a:lumMod val="75000"/>
                    <a:lumOff val="25000"/>
                  </a:schemeClr>
                </a:solidFill>
                <a:sym typeface="Urbanist"/>
              </a:rPr>
              <a:t>solución</a:t>
            </a:r>
            <a:r>
              <a:rPr lang="en-US" b="0" dirty="0">
                <a:solidFill>
                  <a:schemeClr val="tx1">
                    <a:lumMod val="75000"/>
                    <a:lumOff val="25000"/>
                  </a:schemeClr>
                </a:solidFill>
                <a:sym typeface="Urbanist"/>
              </a:rPr>
              <a:t> es de bajo </a:t>
            </a:r>
            <a:r>
              <a:rPr lang="en-US" b="0" dirty="0" err="1">
                <a:solidFill>
                  <a:schemeClr val="tx1">
                    <a:lumMod val="75000"/>
                    <a:lumOff val="25000"/>
                  </a:schemeClr>
                </a:solidFill>
                <a:sym typeface="Urbanist"/>
              </a:rPr>
              <a:t>costo</a:t>
            </a:r>
            <a:r>
              <a:rPr lang="en-US" b="0" dirty="0">
                <a:solidFill>
                  <a:schemeClr val="tx1">
                    <a:lumMod val="75000"/>
                    <a:lumOff val="25000"/>
                  </a:schemeClr>
                </a:solidFill>
                <a:sym typeface="Urbanist"/>
              </a:rPr>
              <a:t>, no </a:t>
            </a:r>
            <a:r>
              <a:rPr lang="en-US" b="0" dirty="0" err="1">
                <a:solidFill>
                  <a:schemeClr val="tx1">
                    <a:lumMod val="75000"/>
                    <a:lumOff val="25000"/>
                  </a:schemeClr>
                </a:solidFill>
                <a:sym typeface="Urbanist"/>
              </a:rPr>
              <a:t>invasiva</a:t>
            </a:r>
            <a:r>
              <a:rPr lang="en-US" b="0" dirty="0">
                <a:solidFill>
                  <a:schemeClr val="tx1">
                    <a:lumMod val="75000"/>
                    <a:lumOff val="25000"/>
                  </a:schemeClr>
                </a:solidFill>
                <a:sym typeface="Urbanist"/>
              </a:rPr>
              <a:t> y </a:t>
            </a:r>
            <a:r>
              <a:rPr lang="en-US" b="0" dirty="0" err="1">
                <a:solidFill>
                  <a:schemeClr val="tx1">
                    <a:lumMod val="75000"/>
                    <a:lumOff val="25000"/>
                  </a:schemeClr>
                </a:solidFill>
                <a:sym typeface="Urbanist"/>
              </a:rPr>
              <a:t>puede</a:t>
            </a:r>
            <a:r>
              <a:rPr lang="en-US" b="0" dirty="0">
                <a:solidFill>
                  <a:schemeClr val="tx1">
                    <a:lumMod val="75000"/>
                    <a:lumOff val="25000"/>
                  </a:schemeClr>
                </a:solidFill>
                <a:sym typeface="Urbanist"/>
              </a:rPr>
              <a:t> </a:t>
            </a:r>
            <a:r>
              <a:rPr lang="en-US" b="0" dirty="0" err="1">
                <a:solidFill>
                  <a:schemeClr val="tx1">
                    <a:lumMod val="75000"/>
                    <a:lumOff val="25000"/>
                  </a:schemeClr>
                </a:solidFill>
                <a:sym typeface="Urbanist"/>
              </a:rPr>
              <a:t>ejecutarse</a:t>
            </a:r>
            <a:r>
              <a:rPr lang="en-US" b="0" dirty="0">
                <a:solidFill>
                  <a:schemeClr val="tx1">
                    <a:lumMod val="75000"/>
                    <a:lumOff val="25000"/>
                  </a:schemeClr>
                </a:solidFill>
                <a:sym typeface="Urbanist"/>
              </a:rPr>
              <a:t> </a:t>
            </a:r>
            <a:r>
              <a:rPr lang="en-US" b="0" dirty="0" err="1">
                <a:solidFill>
                  <a:schemeClr val="tx1">
                    <a:lumMod val="75000"/>
                    <a:lumOff val="25000"/>
                  </a:schemeClr>
                </a:solidFill>
                <a:sym typeface="Urbanist"/>
              </a:rPr>
              <a:t>en</a:t>
            </a:r>
            <a:r>
              <a:rPr lang="en-US" b="0" dirty="0">
                <a:solidFill>
                  <a:schemeClr val="tx1">
                    <a:lumMod val="75000"/>
                    <a:lumOff val="25000"/>
                  </a:schemeClr>
                </a:solidFill>
                <a:sym typeface="Urbanist"/>
              </a:rPr>
              <a:t> </a:t>
            </a:r>
            <a:r>
              <a:rPr lang="en-US" b="0" dirty="0" err="1">
                <a:solidFill>
                  <a:schemeClr val="tx1">
                    <a:lumMod val="75000"/>
                    <a:lumOff val="25000"/>
                  </a:schemeClr>
                </a:solidFill>
                <a:sym typeface="Urbanist"/>
              </a:rPr>
              <a:t>dispositivos</a:t>
            </a:r>
            <a:r>
              <a:rPr lang="en-US" b="0" dirty="0">
                <a:solidFill>
                  <a:schemeClr val="tx1">
                    <a:lumMod val="75000"/>
                    <a:lumOff val="25000"/>
                  </a:schemeClr>
                </a:solidFill>
                <a:sym typeface="Urbanist"/>
              </a:rPr>
              <a:t> de hardware </a:t>
            </a:r>
            <a:r>
              <a:rPr lang="en-US" b="0" dirty="0" err="1">
                <a:solidFill>
                  <a:schemeClr val="tx1">
                    <a:lumMod val="75000"/>
                    <a:lumOff val="25000"/>
                  </a:schemeClr>
                </a:solidFill>
                <a:sym typeface="Urbanist"/>
              </a:rPr>
              <a:t>limitado</a:t>
            </a:r>
            <a:r>
              <a:rPr lang="en-US" b="0" dirty="0">
                <a:solidFill>
                  <a:schemeClr val="tx1">
                    <a:lumMod val="75000"/>
                    <a:lumOff val="25000"/>
                  </a:schemeClr>
                </a:solidFill>
                <a:sym typeface="Urbanist"/>
              </a:rPr>
              <a:t> (Edge Computing).</a:t>
            </a:r>
            <a:endParaRPr b="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Google Shape;234;p23">
            <a:extLst>
              <a:ext uri="{FF2B5EF4-FFF2-40B4-BE49-F238E27FC236}">
                <a16:creationId xmlns:a16="http://schemas.microsoft.com/office/drawing/2014/main" id="{8F8D5177-B2EE-987B-5524-521AC006405E}"/>
              </a:ext>
            </a:extLst>
          </p:cNvPr>
          <p:cNvSpPr txBox="1"/>
          <p:nvPr/>
        </p:nvSpPr>
        <p:spPr>
          <a:xfrm>
            <a:off x="752281" y="3499062"/>
            <a:ext cx="7741270" cy="50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0" indent="0">
              <a:lnSpc>
                <a:spcPct val="150000"/>
              </a:lnSpc>
              <a:buNone/>
              <a:defRPr sz="1100" b="1">
                <a:solidFill>
                  <a:schemeClr val="tx1"/>
                </a:solidFill>
                <a:latin typeface="Urbanist"/>
                <a:ea typeface="Urbanist"/>
                <a:cs typeface="Urbanist"/>
              </a:defRPr>
            </a:lvl1pPr>
          </a:lstStyle>
          <a:p>
            <a:r>
              <a:rPr lang="en-US" dirty="0" err="1">
                <a:sym typeface="Urbanist"/>
              </a:rPr>
              <a:t>Escalabilidad</a:t>
            </a:r>
            <a:r>
              <a:rPr lang="en-US" dirty="0">
                <a:sym typeface="Urbanist"/>
              </a:rPr>
              <a:t>: </a:t>
            </a:r>
            <a:r>
              <a:rPr lang="en-US" b="0" dirty="0">
                <a:solidFill>
                  <a:schemeClr val="tx1">
                    <a:lumMod val="75000"/>
                    <a:lumOff val="25000"/>
                  </a:schemeClr>
                </a:solidFill>
                <a:sym typeface="Urbanist"/>
              </a:rPr>
              <a:t>El </a:t>
            </a:r>
            <a:r>
              <a:rPr lang="en-US" b="0" dirty="0" err="1">
                <a:solidFill>
                  <a:schemeClr val="tx1">
                    <a:lumMod val="75000"/>
                    <a:lumOff val="25000"/>
                  </a:schemeClr>
                </a:solidFill>
                <a:sym typeface="Urbanist"/>
              </a:rPr>
              <a:t>sistema</a:t>
            </a:r>
            <a:r>
              <a:rPr lang="en-US" b="0" dirty="0">
                <a:solidFill>
                  <a:schemeClr val="tx1">
                    <a:lumMod val="75000"/>
                    <a:lumOff val="25000"/>
                  </a:schemeClr>
                </a:solidFill>
                <a:sym typeface="Urbanist"/>
              </a:rPr>
              <a:t> es adaptable a </a:t>
            </a:r>
            <a:r>
              <a:rPr lang="en-US" b="0" dirty="0" err="1">
                <a:solidFill>
                  <a:schemeClr val="tx1">
                    <a:lumMod val="75000"/>
                    <a:lumOff val="25000"/>
                  </a:schemeClr>
                </a:solidFill>
                <a:sym typeface="Urbanist"/>
              </a:rPr>
              <a:t>flotas</a:t>
            </a:r>
            <a:r>
              <a:rPr lang="en-US" b="0" dirty="0">
                <a:solidFill>
                  <a:schemeClr val="tx1">
                    <a:lumMod val="75000"/>
                    <a:lumOff val="25000"/>
                  </a:schemeClr>
                </a:solidFill>
                <a:sym typeface="Urbanist"/>
              </a:rPr>
              <a:t> de </a:t>
            </a:r>
            <a:r>
              <a:rPr lang="en-US" b="0" dirty="0" err="1">
                <a:solidFill>
                  <a:schemeClr val="tx1">
                    <a:lumMod val="75000"/>
                    <a:lumOff val="25000"/>
                  </a:schemeClr>
                </a:solidFill>
                <a:sym typeface="Urbanist"/>
              </a:rPr>
              <a:t>transporte</a:t>
            </a:r>
            <a:r>
              <a:rPr lang="en-US" b="0" dirty="0">
                <a:solidFill>
                  <a:schemeClr val="tx1">
                    <a:lumMod val="75000"/>
                    <a:lumOff val="25000"/>
                  </a:schemeClr>
                </a:solidFill>
                <a:sym typeface="Urbanist"/>
              </a:rPr>
              <a:t> </a:t>
            </a:r>
            <a:r>
              <a:rPr lang="en-US" b="0" dirty="0" err="1">
                <a:solidFill>
                  <a:schemeClr val="tx1">
                    <a:lumMod val="75000"/>
                    <a:lumOff val="25000"/>
                  </a:schemeClr>
                </a:solidFill>
                <a:sym typeface="Urbanist"/>
              </a:rPr>
              <a:t>público</a:t>
            </a:r>
            <a:r>
              <a:rPr lang="en-US" b="0" dirty="0">
                <a:solidFill>
                  <a:schemeClr val="tx1">
                    <a:lumMod val="75000"/>
                    <a:lumOff val="25000"/>
                  </a:schemeClr>
                </a:solidFill>
                <a:sym typeface="Urbanist"/>
              </a:rPr>
              <a:t> y privado, </a:t>
            </a:r>
            <a:r>
              <a:rPr lang="en-US" b="0" dirty="0" err="1">
                <a:solidFill>
                  <a:schemeClr val="tx1">
                    <a:lumMod val="75000"/>
                    <a:lumOff val="25000"/>
                  </a:schemeClr>
                </a:solidFill>
                <a:sym typeface="Urbanist"/>
              </a:rPr>
              <a:t>impactando</a:t>
            </a:r>
            <a:r>
              <a:rPr lang="en-US" b="0" dirty="0">
                <a:solidFill>
                  <a:schemeClr val="tx1">
                    <a:lumMod val="75000"/>
                    <a:lumOff val="25000"/>
                  </a:schemeClr>
                </a:solidFill>
                <a:sym typeface="Urbanist"/>
              </a:rPr>
              <a:t> </a:t>
            </a:r>
            <a:r>
              <a:rPr lang="en-US" b="0" dirty="0" err="1">
                <a:solidFill>
                  <a:schemeClr val="tx1">
                    <a:lumMod val="75000"/>
                    <a:lumOff val="25000"/>
                  </a:schemeClr>
                </a:solidFill>
                <a:sym typeface="Urbanist"/>
              </a:rPr>
              <a:t>directamente</a:t>
            </a:r>
            <a:r>
              <a:rPr lang="en-US" b="0" dirty="0">
                <a:solidFill>
                  <a:schemeClr val="tx1">
                    <a:lumMod val="75000"/>
                    <a:lumOff val="25000"/>
                  </a:schemeClr>
                </a:solidFill>
                <a:sym typeface="Urbanist"/>
              </a:rPr>
              <a:t> </a:t>
            </a:r>
            <a:r>
              <a:rPr lang="en-US" b="0" dirty="0" err="1">
                <a:solidFill>
                  <a:schemeClr val="tx1">
                    <a:lumMod val="75000"/>
                    <a:lumOff val="25000"/>
                  </a:schemeClr>
                </a:solidFill>
                <a:sym typeface="Urbanist"/>
              </a:rPr>
              <a:t>en</a:t>
            </a:r>
            <a:r>
              <a:rPr lang="en-US" b="0" dirty="0">
                <a:solidFill>
                  <a:schemeClr val="tx1">
                    <a:lumMod val="75000"/>
                    <a:lumOff val="25000"/>
                  </a:schemeClr>
                </a:solidFill>
                <a:sym typeface="Urbanist"/>
              </a:rPr>
              <a:t> la </a:t>
            </a:r>
            <a:r>
              <a:rPr lang="en-US" b="0" dirty="0" err="1">
                <a:solidFill>
                  <a:schemeClr val="tx1">
                    <a:lumMod val="75000"/>
                    <a:lumOff val="25000"/>
                  </a:schemeClr>
                </a:solidFill>
                <a:sym typeface="Urbanist"/>
              </a:rPr>
              <a:t>seguridad</a:t>
            </a:r>
            <a:r>
              <a:rPr lang="en-US" b="0" dirty="0">
                <a:solidFill>
                  <a:schemeClr val="tx1">
                    <a:lumMod val="75000"/>
                    <a:lumOff val="25000"/>
                  </a:schemeClr>
                </a:solidFill>
                <a:sym typeface="Urbanist"/>
              </a:rPr>
              <a:t> </a:t>
            </a:r>
            <a:r>
              <a:rPr lang="en-US" b="0" dirty="0" err="1">
                <a:solidFill>
                  <a:schemeClr val="tx1">
                    <a:lumMod val="75000"/>
                    <a:lumOff val="25000"/>
                  </a:schemeClr>
                </a:solidFill>
                <a:sym typeface="Urbanist"/>
              </a:rPr>
              <a:t>nacional</a:t>
            </a:r>
            <a:r>
              <a:rPr lang="en-US" b="0" dirty="0">
                <a:solidFill>
                  <a:schemeClr val="tx1">
                    <a:lumMod val="75000"/>
                    <a:lumOff val="25000"/>
                  </a:schemeClr>
                </a:solidFill>
                <a:sym typeface="Urbanist"/>
              </a:rPr>
              <a:t>.</a:t>
            </a:r>
            <a:endParaRPr b="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11" name="Google Shape;235;p23" descr="image.png">
            <a:extLst>
              <a:ext uri="{FF2B5EF4-FFF2-40B4-BE49-F238E27FC236}">
                <a16:creationId xmlns:a16="http://schemas.microsoft.com/office/drawing/2014/main" id="{A851BB96-C5EB-B35D-CA13-869A0E8A8D8C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56981" y="1803612"/>
            <a:ext cx="304800" cy="323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236;p23" descr="image.png">
            <a:extLst>
              <a:ext uri="{FF2B5EF4-FFF2-40B4-BE49-F238E27FC236}">
                <a16:creationId xmlns:a16="http://schemas.microsoft.com/office/drawing/2014/main" id="{6E98DF99-01FF-F874-4927-98D762BCA7F5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56981" y="2670387"/>
            <a:ext cx="304800" cy="323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237;p23" descr="image.png">
            <a:extLst>
              <a:ext uri="{FF2B5EF4-FFF2-40B4-BE49-F238E27FC236}">
                <a16:creationId xmlns:a16="http://schemas.microsoft.com/office/drawing/2014/main" id="{60C90728-CCA7-FD47-7902-C6AB4B375097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56981" y="3537162"/>
            <a:ext cx="304800" cy="3238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133055607"/>
      </p:ext>
    </p:extLst>
  </p:cSld>
  <p:clrMapOvr>
    <a:overrideClrMapping bg1="lt1" tx1="dk1" bg2="dk2" tx2="lt2" accent1="accent1" accent2="accent2" accent3="accent3" accent4="accent4" accent5="accent5" accent6="accent6" hlink="hlink" folHlink="folHlink"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4E4E4"/>
        </a:solidFill>
        <a:effectLst/>
      </p:bgPr>
    </p:bg>
    <p:spTree>
      <p:nvGrpSpPr>
        <p:cNvPr id="1" name="Shape 76">
          <a:extLst>
            <a:ext uri="{FF2B5EF4-FFF2-40B4-BE49-F238E27FC236}">
              <a16:creationId xmlns:a16="http://schemas.microsoft.com/office/drawing/2014/main" id="{9C15BE1F-4BF7-DCE1-CF41-09AAE6BAC4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Google Shape;77;p15">
            <a:extLst>
              <a:ext uri="{FF2B5EF4-FFF2-40B4-BE49-F238E27FC236}">
                <a16:creationId xmlns:a16="http://schemas.microsoft.com/office/drawing/2014/main" id="{7D161640-8CE9-2638-C0CF-D98327D76862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56981" y="182177"/>
            <a:ext cx="1682656" cy="321206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62;p14">
            <a:extLst>
              <a:ext uri="{FF2B5EF4-FFF2-40B4-BE49-F238E27FC236}">
                <a16:creationId xmlns:a16="http://schemas.microsoft.com/office/drawing/2014/main" id="{5F686A9C-4CFC-418C-445D-4E4CF93929D0}"/>
              </a:ext>
            </a:extLst>
          </p:cNvPr>
          <p:cNvSpPr txBox="1"/>
          <p:nvPr/>
        </p:nvSpPr>
        <p:spPr>
          <a:xfrm>
            <a:off x="654090" y="503383"/>
            <a:ext cx="6389595" cy="4385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Arial"/>
              <a:buNone/>
            </a:pPr>
            <a:r>
              <a:rPr lang="es-419" sz="2400" b="0" i="0" u="none" strike="noStrike" cap="none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Referencias Bibliográficas</a:t>
            </a:r>
          </a:p>
        </p:txBody>
      </p:sp>
      <p:sp>
        <p:nvSpPr>
          <p:cNvPr id="17" name="Google Shape;245;p24">
            <a:extLst>
              <a:ext uri="{FF2B5EF4-FFF2-40B4-BE49-F238E27FC236}">
                <a16:creationId xmlns:a16="http://schemas.microsoft.com/office/drawing/2014/main" id="{86E93113-3AE0-D664-C8D1-B3B85A4B3151}"/>
              </a:ext>
            </a:extLst>
          </p:cNvPr>
          <p:cNvSpPr txBox="1"/>
          <p:nvPr/>
        </p:nvSpPr>
        <p:spPr>
          <a:xfrm>
            <a:off x="559150" y="1323558"/>
            <a:ext cx="7989103" cy="6232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chemeClr val="tx1">
                    <a:lumMod val="75000"/>
                    <a:lumOff val="25000"/>
                  </a:schemeClr>
                </a:solidFill>
                <a:latin typeface="Urbanist"/>
                <a:ea typeface="Urbanist"/>
                <a:cs typeface="Urbanist"/>
                <a:sym typeface="Urbanist"/>
              </a:rPr>
              <a:t>[1] </a:t>
            </a:r>
            <a:r>
              <a:rPr lang="en-US" sz="1350" b="0" i="0" u="none" strike="noStrike" cap="none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Urbanist"/>
                <a:ea typeface="Urbanist"/>
                <a:cs typeface="Urbanist"/>
                <a:sym typeface="Urbanist"/>
              </a:rPr>
              <a:t>Hechos</a:t>
            </a:r>
            <a:r>
              <a:rPr lang="en-US" sz="1350" b="0" i="0" u="none" strike="noStrike" cap="none" dirty="0">
                <a:solidFill>
                  <a:schemeClr val="tx1">
                    <a:lumMod val="75000"/>
                    <a:lumOff val="25000"/>
                  </a:schemeClr>
                </a:solidFill>
                <a:latin typeface="Urbanist"/>
                <a:ea typeface="Urbanist"/>
                <a:cs typeface="Urbanist"/>
                <a:sym typeface="Urbanist"/>
              </a:rPr>
              <a:t> AM / </a:t>
            </a:r>
            <a:r>
              <a:rPr lang="en-US" sz="1350" b="0" i="0" u="none" strike="noStrike" cap="none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Urbanist"/>
                <a:ea typeface="Urbanist"/>
                <a:cs typeface="Urbanist"/>
                <a:sym typeface="Urbanist"/>
              </a:rPr>
              <a:t>Fuerza</a:t>
            </a:r>
            <a:r>
              <a:rPr lang="en-US" sz="1350" b="0" i="0" u="none" strike="noStrike" cap="none" dirty="0">
                <a:solidFill>
                  <a:schemeClr val="tx1">
                    <a:lumMod val="75000"/>
                    <a:lumOff val="25000"/>
                  </a:schemeClr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350" b="0" i="0" u="none" strike="noStrike" cap="none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Urbanist"/>
                <a:ea typeface="Urbanist"/>
                <a:cs typeface="Urbanist"/>
                <a:sym typeface="Urbanist"/>
              </a:rPr>
              <a:t>Informativa</a:t>
            </a:r>
            <a:r>
              <a:rPr lang="en-US" sz="1350" b="0" i="0" u="none" strike="noStrike" cap="none" dirty="0">
                <a:solidFill>
                  <a:schemeClr val="tx1">
                    <a:lumMod val="75000"/>
                    <a:lumOff val="25000"/>
                  </a:schemeClr>
                </a:solidFill>
                <a:latin typeface="Urbanist"/>
                <a:ea typeface="Urbanist"/>
                <a:cs typeface="Urbanist"/>
                <a:sym typeface="Urbanist"/>
              </a:rPr>
              <a:t> Azteca. (2023). </a:t>
            </a:r>
            <a:r>
              <a:rPr lang="en-US" sz="1350" b="0" i="1" u="none" strike="noStrike" cap="none" dirty="0">
                <a:solidFill>
                  <a:schemeClr val="tx1">
                    <a:lumMod val="75000"/>
                    <a:lumOff val="25000"/>
                  </a:schemeClr>
                </a:solidFill>
                <a:latin typeface="Urbanist"/>
                <a:ea typeface="Urbanist"/>
                <a:cs typeface="Urbanist"/>
                <a:sym typeface="Urbanist"/>
              </a:rPr>
              <a:t>Choque </a:t>
            </a:r>
            <a:r>
              <a:rPr lang="en-US" sz="1350" b="0" i="1" u="none" strike="noStrike" cap="none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Urbanist"/>
                <a:ea typeface="Urbanist"/>
                <a:cs typeface="Urbanist"/>
                <a:sym typeface="Urbanist"/>
              </a:rPr>
              <a:t>en</a:t>
            </a:r>
            <a:r>
              <a:rPr lang="en-US" sz="1350" b="0" i="1" u="none" strike="noStrike" cap="none" dirty="0">
                <a:solidFill>
                  <a:schemeClr val="tx1">
                    <a:lumMod val="75000"/>
                    <a:lumOff val="25000"/>
                  </a:schemeClr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350" b="0" i="1" u="none" strike="noStrike" cap="none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Urbanist"/>
                <a:ea typeface="Urbanist"/>
                <a:cs typeface="Urbanist"/>
                <a:sym typeface="Urbanist"/>
              </a:rPr>
              <a:t>Periférico</a:t>
            </a:r>
            <a:r>
              <a:rPr lang="en-US" sz="1350" b="0" i="1" u="none" strike="noStrike" cap="none" dirty="0">
                <a:solidFill>
                  <a:schemeClr val="tx1">
                    <a:lumMod val="75000"/>
                    <a:lumOff val="25000"/>
                  </a:schemeClr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350" b="0" i="1" u="none" strike="noStrike" cap="none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Urbanist"/>
                <a:ea typeface="Urbanist"/>
                <a:cs typeface="Urbanist"/>
                <a:sym typeface="Urbanist"/>
              </a:rPr>
              <a:t>por</a:t>
            </a:r>
            <a:r>
              <a:rPr lang="en-US" sz="1350" b="0" i="1" u="none" strike="noStrike" cap="none" dirty="0">
                <a:solidFill>
                  <a:schemeClr val="tx1">
                    <a:lumMod val="75000"/>
                    <a:lumOff val="25000"/>
                  </a:schemeClr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350" b="0" i="1" u="none" strike="noStrike" cap="none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Urbanist"/>
                <a:ea typeface="Urbanist"/>
                <a:cs typeface="Urbanist"/>
                <a:sym typeface="Urbanist"/>
              </a:rPr>
              <a:t>chofer</a:t>
            </a:r>
            <a:r>
              <a:rPr lang="en-US" sz="1350" b="0" i="1" u="none" strike="noStrike" cap="none" dirty="0">
                <a:solidFill>
                  <a:schemeClr val="tx1">
                    <a:lumMod val="75000"/>
                    <a:lumOff val="25000"/>
                  </a:schemeClr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350" b="0" i="1" u="none" strike="noStrike" cap="none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Urbanist"/>
                <a:ea typeface="Urbanist"/>
                <a:cs typeface="Urbanist"/>
                <a:sym typeface="Urbanist"/>
              </a:rPr>
              <a:t>dormido</a:t>
            </a:r>
            <a:r>
              <a:rPr lang="en-US" sz="1350" b="0" i="0" u="none" strike="noStrike" cap="none" dirty="0">
                <a:solidFill>
                  <a:schemeClr val="tx1">
                    <a:lumMod val="75000"/>
                    <a:lumOff val="25000"/>
                  </a:schemeClr>
                </a:solidFill>
                <a:latin typeface="Urbanist"/>
                <a:ea typeface="Urbanist"/>
                <a:cs typeface="Urbanist"/>
                <a:sym typeface="Urbanist"/>
              </a:rPr>
              <a:t>. </a:t>
            </a:r>
            <a:r>
              <a:rPr lang="en-US" sz="1350" b="0" i="0" u="none" strike="noStrike" cap="none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Urbanist"/>
                <a:ea typeface="Urbanist"/>
                <a:cs typeface="Urbanist"/>
                <a:sym typeface="Urbanist"/>
              </a:rPr>
              <a:t>Recuperado</a:t>
            </a:r>
            <a:r>
              <a:rPr lang="en-US" sz="1350" b="0" i="0" u="none" strike="noStrike" cap="none" dirty="0">
                <a:solidFill>
                  <a:schemeClr val="tx1">
                    <a:lumMod val="75000"/>
                    <a:lumOff val="25000"/>
                  </a:schemeClr>
                </a:solidFill>
                <a:latin typeface="Urbanist"/>
                <a:ea typeface="Urbanist"/>
                <a:cs typeface="Urbanist"/>
                <a:sym typeface="Urbanist"/>
              </a:rPr>
              <a:t> de: https://www.youtube.com/watch?v=H2PP_LxqYaE</a:t>
            </a:r>
            <a:endParaRPr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9" name="Google Shape;246;p24">
            <a:extLst>
              <a:ext uri="{FF2B5EF4-FFF2-40B4-BE49-F238E27FC236}">
                <a16:creationId xmlns:a16="http://schemas.microsoft.com/office/drawing/2014/main" id="{2E9A68F5-FF41-CE6D-B6EF-EA08FCDDC083}"/>
              </a:ext>
            </a:extLst>
          </p:cNvPr>
          <p:cNvSpPr txBox="1"/>
          <p:nvPr/>
        </p:nvSpPr>
        <p:spPr>
          <a:xfrm>
            <a:off x="559152" y="2328430"/>
            <a:ext cx="7989103" cy="31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chemeClr val="tx1">
                    <a:lumMod val="75000"/>
                    <a:lumOff val="25000"/>
                  </a:schemeClr>
                </a:solidFill>
                <a:latin typeface="Urbanist"/>
                <a:ea typeface="Urbanist"/>
                <a:cs typeface="Urbanist"/>
                <a:sym typeface="Urbanist"/>
              </a:rPr>
              <a:t>[2] Google Open Source. (2024). </a:t>
            </a:r>
            <a:r>
              <a:rPr lang="en-US" sz="1350" b="0" i="1" u="none" strike="noStrike" cap="none" dirty="0">
                <a:solidFill>
                  <a:schemeClr val="tx1">
                    <a:lumMod val="75000"/>
                    <a:lumOff val="25000"/>
                  </a:schemeClr>
                </a:solidFill>
                <a:latin typeface="Urbanist"/>
                <a:ea typeface="Urbanist"/>
                <a:cs typeface="Urbanist"/>
                <a:sym typeface="Urbanist"/>
              </a:rPr>
              <a:t>Face Mesh Model Overview</a:t>
            </a:r>
            <a:r>
              <a:rPr lang="en-US" sz="1350" b="0" i="0" u="none" strike="noStrike" cap="none" dirty="0">
                <a:solidFill>
                  <a:schemeClr val="tx1">
                    <a:lumMod val="75000"/>
                    <a:lumOff val="25000"/>
                  </a:schemeClr>
                </a:solidFill>
                <a:latin typeface="Urbanist"/>
                <a:ea typeface="Urbanist"/>
                <a:cs typeface="Urbanist"/>
                <a:sym typeface="Urbanist"/>
              </a:rPr>
              <a:t>. </a:t>
            </a:r>
            <a:r>
              <a:rPr lang="en-US" sz="1350" b="0" i="0" u="none" strike="noStrike" cap="none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Urbanist"/>
                <a:ea typeface="Urbanist"/>
                <a:cs typeface="Urbanist"/>
                <a:sym typeface="Urbanist"/>
              </a:rPr>
              <a:t>MediaPipe</a:t>
            </a:r>
            <a:r>
              <a:rPr lang="en-US" sz="1350" b="0" i="0" u="none" strike="noStrike" cap="none" dirty="0">
                <a:solidFill>
                  <a:schemeClr val="tx1">
                    <a:lumMod val="75000"/>
                    <a:lumOff val="25000"/>
                  </a:schemeClr>
                </a:solidFill>
                <a:latin typeface="Urbanist"/>
                <a:ea typeface="Urbanist"/>
                <a:cs typeface="Urbanist"/>
                <a:sym typeface="Urbanist"/>
              </a:rPr>
              <a:t> Developers Documentation.</a:t>
            </a:r>
            <a:endParaRPr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1" name="Google Shape;247;p24">
            <a:extLst>
              <a:ext uri="{FF2B5EF4-FFF2-40B4-BE49-F238E27FC236}">
                <a16:creationId xmlns:a16="http://schemas.microsoft.com/office/drawing/2014/main" id="{61E4F1B4-C692-9940-3234-EA67529F57BD}"/>
              </a:ext>
            </a:extLst>
          </p:cNvPr>
          <p:cNvSpPr txBox="1"/>
          <p:nvPr/>
        </p:nvSpPr>
        <p:spPr>
          <a:xfrm>
            <a:off x="559149" y="3021678"/>
            <a:ext cx="7989103" cy="6232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chemeClr val="tx1">
                    <a:lumMod val="75000"/>
                    <a:lumOff val="25000"/>
                  </a:schemeClr>
                </a:solidFill>
                <a:latin typeface="Urbanist"/>
                <a:ea typeface="Urbanist"/>
                <a:cs typeface="Urbanist"/>
                <a:sym typeface="Urbanist"/>
              </a:rPr>
              <a:t>[3] Soukupová, T., &amp; Čech, J. (2016). </a:t>
            </a:r>
            <a:r>
              <a:rPr lang="en-US" sz="1350" b="0" i="1" u="none" strike="noStrike" cap="none" dirty="0">
                <a:solidFill>
                  <a:schemeClr val="tx1">
                    <a:lumMod val="75000"/>
                    <a:lumOff val="25000"/>
                  </a:schemeClr>
                </a:solidFill>
                <a:latin typeface="Urbanist"/>
                <a:ea typeface="Urbanist"/>
                <a:cs typeface="Urbanist"/>
                <a:sym typeface="Urbanist"/>
              </a:rPr>
              <a:t>Real-Time Eye Blink Detection using Facial Landmarks</a:t>
            </a:r>
            <a:r>
              <a:rPr lang="en-US" sz="1350" b="0" i="0" u="none" strike="noStrike" cap="none" dirty="0">
                <a:solidFill>
                  <a:schemeClr val="tx1">
                    <a:lumMod val="75000"/>
                    <a:lumOff val="25000"/>
                  </a:schemeClr>
                </a:solidFill>
                <a:latin typeface="Urbanist"/>
                <a:ea typeface="Urbanist"/>
                <a:cs typeface="Urbanist"/>
                <a:sym typeface="Urbanist"/>
              </a:rPr>
              <a:t>. Center for Machine Perception.</a:t>
            </a:r>
            <a:endParaRPr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3" name="Google Shape;248;p24">
            <a:extLst>
              <a:ext uri="{FF2B5EF4-FFF2-40B4-BE49-F238E27FC236}">
                <a16:creationId xmlns:a16="http://schemas.microsoft.com/office/drawing/2014/main" id="{D5C49A08-3607-6420-4BB0-404019CB8EDE}"/>
              </a:ext>
            </a:extLst>
          </p:cNvPr>
          <p:cNvSpPr txBox="1"/>
          <p:nvPr/>
        </p:nvSpPr>
        <p:spPr>
          <a:xfrm>
            <a:off x="559149" y="4026550"/>
            <a:ext cx="7989103" cy="31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chemeClr val="tx1">
                    <a:lumMod val="75000"/>
                    <a:lumOff val="25000"/>
                  </a:schemeClr>
                </a:solidFill>
                <a:latin typeface="Urbanist"/>
                <a:ea typeface="Urbanist"/>
                <a:cs typeface="Urbanist"/>
                <a:sym typeface="Urbanist"/>
              </a:rPr>
              <a:t>[4] ONU. (2015). </a:t>
            </a:r>
            <a:r>
              <a:rPr lang="en-US" sz="1350" b="0" i="1" u="none" strike="noStrike" cap="none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Urbanist"/>
                <a:ea typeface="Urbanist"/>
                <a:cs typeface="Urbanist"/>
                <a:sym typeface="Urbanist"/>
              </a:rPr>
              <a:t>Objetivos</a:t>
            </a:r>
            <a:r>
              <a:rPr lang="en-US" sz="1350" b="0" i="1" u="none" strike="noStrike" cap="none" dirty="0">
                <a:solidFill>
                  <a:schemeClr val="tx1">
                    <a:lumMod val="75000"/>
                    <a:lumOff val="25000"/>
                  </a:schemeClr>
                </a:solidFill>
                <a:latin typeface="Urbanist"/>
                <a:ea typeface="Urbanist"/>
                <a:cs typeface="Urbanist"/>
                <a:sym typeface="Urbanist"/>
              </a:rPr>
              <a:t> de Desarrollo </a:t>
            </a:r>
            <a:r>
              <a:rPr lang="en-US" sz="1350" b="0" i="1" u="none" strike="noStrike" cap="none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Urbanist"/>
                <a:ea typeface="Urbanist"/>
                <a:cs typeface="Urbanist"/>
                <a:sym typeface="Urbanist"/>
              </a:rPr>
              <a:t>Sostenible</a:t>
            </a:r>
            <a:r>
              <a:rPr lang="en-US" sz="1350" b="0" i="1" u="none" strike="noStrike" cap="none" dirty="0">
                <a:solidFill>
                  <a:schemeClr val="tx1">
                    <a:lumMod val="75000"/>
                    <a:lumOff val="25000"/>
                  </a:schemeClr>
                </a:solidFill>
                <a:latin typeface="Urbanist"/>
                <a:ea typeface="Urbanist"/>
                <a:cs typeface="Urbanist"/>
                <a:sym typeface="Urbanist"/>
              </a:rPr>
              <a:t>: Meta 3.6 </a:t>
            </a:r>
            <a:r>
              <a:rPr lang="en-US" sz="1350" b="0" i="1" u="none" strike="noStrike" cap="none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Urbanist"/>
                <a:ea typeface="Urbanist"/>
                <a:cs typeface="Urbanist"/>
                <a:sym typeface="Urbanist"/>
              </a:rPr>
              <a:t>Seguridad</a:t>
            </a:r>
            <a:r>
              <a:rPr lang="en-US" sz="1350" b="0" i="1" u="none" strike="noStrike" cap="none" dirty="0">
                <a:solidFill>
                  <a:schemeClr val="tx1">
                    <a:lumMod val="75000"/>
                    <a:lumOff val="25000"/>
                  </a:schemeClr>
                </a:solidFill>
                <a:latin typeface="Urbanist"/>
                <a:ea typeface="Urbanist"/>
                <a:cs typeface="Urbanist"/>
                <a:sym typeface="Urbanist"/>
              </a:rPr>
              <a:t> Vial</a:t>
            </a:r>
            <a:r>
              <a:rPr lang="en-US" sz="1350" b="0" i="0" u="none" strike="noStrike" cap="none" dirty="0">
                <a:solidFill>
                  <a:schemeClr val="tx1">
                    <a:lumMod val="75000"/>
                    <a:lumOff val="25000"/>
                  </a:schemeClr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9732469"/>
      </p:ext>
    </p:extLst>
  </p:cSld>
  <p:clrMapOvr>
    <a:overrideClrMapping bg1="lt1" tx1="dk1" bg2="dk2" tx2="lt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Simple Light">
    <a:dk1>
      <a:srgbClr val="000000"/>
    </a:dk1>
    <a:lt1>
      <a:srgbClr val="FFFFFF"/>
    </a:lt1>
    <a:dk2>
      <a:srgbClr val="595959"/>
    </a:dk2>
    <a:lt2>
      <a:srgbClr val="EEEEEE"/>
    </a:lt2>
    <a:accent1>
      <a:srgbClr val="4285F4"/>
    </a:accent1>
    <a:accent2>
      <a:srgbClr val="212121"/>
    </a:accent2>
    <a:accent3>
      <a:srgbClr val="78909C"/>
    </a:accent3>
    <a:accent4>
      <a:srgbClr val="FFAB40"/>
    </a:accent4>
    <a:accent5>
      <a:srgbClr val="0097A7"/>
    </a:accent5>
    <a:accent6>
      <a:srgbClr val="EEFF41"/>
    </a:accent6>
    <a:hlink>
      <a:srgbClr val="0097A7"/>
    </a:hlink>
    <a:folHlink>
      <a:srgbClr val="0097A7"/>
    </a:folHlink>
  </a:clrScheme>
</a:themeOverride>
</file>

<file path=ppt/theme/themeOverride2.xml><?xml version="1.0" encoding="utf-8"?>
<a:themeOverride xmlns:a="http://schemas.openxmlformats.org/drawingml/2006/main">
  <a:clrScheme name="Simple Light">
    <a:dk1>
      <a:srgbClr val="000000"/>
    </a:dk1>
    <a:lt1>
      <a:srgbClr val="FFFFFF"/>
    </a:lt1>
    <a:dk2>
      <a:srgbClr val="595959"/>
    </a:dk2>
    <a:lt2>
      <a:srgbClr val="EEEEEE"/>
    </a:lt2>
    <a:accent1>
      <a:srgbClr val="4285F4"/>
    </a:accent1>
    <a:accent2>
      <a:srgbClr val="212121"/>
    </a:accent2>
    <a:accent3>
      <a:srgbClr val="78909C"/>
    </a:accent3>
    <a:accent4>
      <a:srgbClr val="FFAB40"/>
    </a:accent4>
    <a:accent5>
      <a:srgbClr val="0097A7"/>
    </a:accent5>
    <a:accent6>
      <a:srgbClr val="EEFF41"/>
    </a:accent6>
    <a:hlink>
      <a:srgbClr val="0097A7"/>
    </a:hlink>
    <a:folHlink>
      <a:srgbClr val="0097A7"/>
    </a:folHlink>
  </a:clrScheme>
</a:themeOverride>
</file>

<file path=ppt/theme/themeOverride3.xml><?xml version="1.0" encoding="utf-8"?>
<a:themeOverride xmlns:a="http://schemas.openxmlformats.org/drawingml/2006/main">
  <a:clrScheme name="Simple Light">
    <a:dk1>
      <a:srgbClr val="000000"/>
    </a:dk1>
    <a:lt1>
      <a:srgbClr val="FFFFFF"/>
    </a:lt1>
    <a:dk2>
      <a:srgbClr val="595959"/>
    </a:dk2>
    <a:lt2>
      <a:srgbClr val="EEEEEE"/>
    </a:lt2>
    <a:accent1>
      <a:srgbClr val="4285F4"/>
    </a:accent1>
    <a:accent2>
      <a:srgbClr val="212121"/>
    </a:accent2>
    <a:accent3>
      <a:srgbClr val="78909C"/>
    </a:accent3>
    <a:accent4>
      <a:srgbClr val="FFAB40"/>
    </a:accent4>
    <a:accent5>
      <a:srgbClr val="0097A7"/>
    </a:accent5>
    <a:accent6>
      <a:srgbClr val="EEFF41"/>
    </a:accent6>
    <a:hlink>
      <a:srgbClr val="0097A7"/>
    </a:hlink>
    <a:folHlink>
      <a:srgbClr val="0097A7"/>
    </a:folHlink>
  </a:clrScheme>
</a:themeOverride>
</file>

<file path=ppt/theme/themeOverride4.xml><?xml version="1.0" encoding="utf-8"?>
<a:themeOverride xmlns:a="http://schemas.openxmlformats.org/drawingml/2006/main">
  <a:clrScheme name="Simple Light">
    <a:dk1>
      <a:srgbClr val="000000"/>
    </a:dk1>
    <a:lt1>
      <a:srgbClr val="FFFFFF"/>
    </a:lt1>
    <a:dk2>
      <a:srgbClr val="595959"/>
    </a:dk2>
    <a:lt2>
      <a:srgbClr val="EEEEEE"/>
    </a:lt2>
    <a:accent1>
      <a:srgbClr val="4285F4"/>
    </a:accent1>
    <a:accent2>
      <a:srgbClr val="212121"/>
    </a:accent2>
    <a:accent3>
      <a:srgbClr val="78909C"/>
    </a:accent3>
    <a:accent4>
      <a:srgbClr val="FFAB40"/>
    </a:accent4>
    <a:accent5>
      <a:srgbClr val="0097A7"/>
    </a:accent5>
    <a:accent6>
      <a:srgbClr val="EEFF41"/>
    </a:accent6>
    <a:hlink>
      <a:srgbClr val="0097A7"/>
    </a:hlink>
    <a:folHlink>
      <a:srgbClr val="0097A7"/>
    </a:folHlink>
  </a:clrScheme>
</a:themeOverride>
</file>

<file path=ppt/theme/themeOverride5.xml><?xml version="1.0" encoding="utf-8"?>
<a:themeOverride xmlns:a="http://schemas.openxmlformats.org/drawingml/2006/main">
  <a:clrScheme name="Simple Light">
    <a:dk1>
      <a:srgbClr val="000000"/>
    </a:dk1>
    <a:lt1>
      <a:srgbClr val="FFFFFF"/>
    </a:lt1>
    <a:dk2>
      <a:srgbClr val="595959"/>
    </a:dk2>
    <a:lt2>
      <a:srgbClr val="EEEEEE"/>
    </a:lt2>
    <a:accent1>
      <a:srgbClr val="4285F4"/>
    </a:accent1>
    <a:accent2>
      <a:srgbClr val="212121"/>
    </a:accent2>
    <a:accent3>
      <a:srgbClr val="78909C"/>
    </a:accent3>
    <a:accent4>
      <a:srgbClr val="FFAB40"/>
    </a:accent4>
    <a:accent5>
      <a:srgbClr val="0097A7"/>
    </a:accent5>
    <a:accent6>
      <a:srgbClr val="EEFF41"/>
    </a:accent6>
    <a:hlink>
      <a:srgbClr val="0097A7"/>
    </a:hlink>
    <a:folHlink>
      <a:srgbClr val="0097A7"/>
    </a:folHlink>
  </a:clrScheme>
</a:themeOverride>
</file>

<file path=ppt/theme/themeOverride6.xml><?xml version="1.0" encoding="utf-8"?>
<a:themeOverride xmlns:a="http://schemas.openxmlformats.org/drawingml/2006/main">
  <a:clrScheme name="Simple Light">
    <a:dk1>
      <a:srgbClr val="000000"/>
    </a:dk1>
    <a:lt1>
      <a:srgbClr val="FFFFFF"/>
    </a:lt1>
    <a:dk2>
      <a:srgbClr val="595959"/>
    </a:dk2>
    <a:lt2>
      <a:srgbClr val="EEEEEE"/>
    </a:lt2>
    <a:accent1>
      <a:srgbClr val="4285F4"/>
    </a:accent1>
    <a:accent2>
      <a:srgbClr val="212121"/>
    </a:accent2>
    <a:accent3>
      <a:srgbClr val="78909C"/>
    </a:accent3>
    <a:accent4>
      <a:srgbClr val="FFAB40"/>
    </a:accent4>
    <a:accent5>
      <a:srgbClr val="0097A7"/>
    </a:accent5>
    <a:accent6>
      <a:srgbClr val="EEFF41"/>
    </a:accent6>
    <a:hlink>
      <a:srgbClr val="0097A7"/>
    </a:hlink>
    <a:folHlink>
      <a:srgbClr val="0097A7"/>
    </a:folHlink>
  </a:clrScheme>
</a:themeOverride>
</file>

<file path=ppt/theme/themeOverride7.xml><?xml version="1.0" encoding="utf-8"?>
<a:themeOverride xmlns:a="http://schemas.openxmlformats.org/drawingml/2006/main">
  <a:clrScheme name="Simple Light">
    <a:dk1>
      <a:srgbClr val="000000"/>
    </a:dk1>
    <a:lt1>
      <a:srgbClr val="FFFFFF"/>
    </a:lt1>
    <a:dk2>
      <a:srgbClr val="595959"/>
    </a:dk2>
    <a:lt2>
      <a:srgbClr val="EEEEEE"/>
    </a:lt2>
    <a:accent1>
      <a:srgbClr val="4285F4"/>
    </a:accent1>
    <a:accent2>
      <a:srgbClr val="212121"/>
    </a:accent2>
    <a:accent3>
      <a:srgbClr val="78909C"/>
    </a:accent3>
    <a:accent4>
      <a:srgbClr val="FFAB40"/>
    </a:accent4>
    <a:accent5>
      <a:srgbClr val="0097A7"/>
    </a:accent5>
    <a:accent6>
      <a:srgbClr val="EEFF41"/>
    </a:accent6>
    <a:hlink>
      <a:srgbClr val="0097A7"/>
    </a:hlink>
    <a:folHlink>
      <a:srgbClr val="0097A7"/>
    </a:folHlink>
  </a:clrScheme>
</a:themeOverride>
</file>

<file path=ppt/theme/themeOverride8.xml><?xml version="1.0" encoding="utf-8"?>
<a:themeOverride xmlns:a="http://schemas.openxmlformats.org/drawingml/2006/main">
  <a:clrScheme name="Simple Light">
    <a:dk1>
      <a:srgbClr val="000000"/>
    </a:dk1>
    <a:lt1>
      <a:srgbClr val="FFFFFF"/>
    </a:lt1>
    <a:dk2>
      <a:srgbClr val="595959"/>
    </a:dk2>
    <a:lt2>
      <a:srgbClr val="EEEEEE"/>
    </a:lt2>
    <a:accent1>
      <a:srgbClr val="4285F4"/>
    </a:accent1>
    <a:accent2>
      <a:srgbClr val="212121"/>
    </a:accent2>
    <a:accent3>
      <a:srgbClr val="78909C"/>
    </a:accent3>
    <a:accent4>
      <a:srgbClr val="FFAB40"/>
    </a:accent4>
    <a:accent5>
      <a:srgbClr val="0097A7"/>
    </a:accent5>
    <a:accent6>
      <a:srgbClr val="EEFF41"/>
    </a:accent6>
    <a:hlink>
      <a:srgbClr val="0097A7"/>
    </a:hlink>
    <a:folHlink>
      <a:srgbClr val="0097A7"/>
    </a:folHlink>
  </a:clrScheme>
</a:themeOverride>
</file>

<file path=ppt/theme/themeOverride9.xml><?xml version="1.0" encoding="utf-8"?>
<a:themeOverride xmlns:a="http://schemas.openxmlformats.org/drawingml/2006/main">
  <a:clrScheme name="Simple Light">
    <a:dk1>
      <a:srgbClr val="000000"/>
    </a:dk1>
    <a:lt1>
      <a:srgbClr val="FFFFFF"/>
    </a:lt1>
    <a:dk2>
      <a:srgbClr val="595959"/>
    </a:dk2>
    <a:lt2>
      <a:srgbClr val="EEEEEE"/>
    </a:lt2>
    <a:accent1>
      <a:srgbClr val="4285F4"/>
    </a:accent1>
    <a:accent2>
      <a:srgbClr val="212121"/>
    </a:accent2>
    <a:accent3>
      <a:srgbClr val="78909C"/>
    </a:accent3>
    <a:accent4>
      <a:srgbClr val="FFAB40"/>
    </a:accent4>
    <a:accent5>
      <a:srgbClr val="0097A7"/>
    </a:accent5>
    <a:accent6>
      <a:srgbClr val="EEFF41"/>
    </a:accent6>
    <a:hlink>
      <a:srgbClr val="0097A7"/>
    </a:hlink>
    <a:folHlink>
      <a:srgbClr val="0097A7"/>
    </a:folHlink>
  </a:clrScheme>
</a:themeOverride>
</file>

<file path=ppt/theme/themeOverride10.xml><?xml version="1.0" encoding="utf-8"?>
<a:themeOverride xmlns:a="http://schemas.openxmlformats.org/drawingml/2006/main">
  <a:clrScheme name="Simple Light">
    <a:dk1>
      <a:srgbClr val="000000"/>
    </a:dk1>
    <a:lt1>
      <a:srgbClr val="FFFFFF"/>
    </a:lt1>
    <a:dk2>
      <a:srgbClr val="595959"/>
    </a:dk2>
    <a:lt2>
      <a:srgbClr val="EEEEEE"/>
    </a:lt2>
    <a:accent1>
      <a:srgbClr val="4285F4"/>
    </a:accent1>
    <a:accent2>
      <a:srgbClr val="212121"/>
    </a:accent2>
    <a:accent3>
      <a:srgbClr val="78909C"/>
    </a:accent3>
    <a:accent4>
      <a:srgbClr val="FFAB40"/>
    </a:accent4>
    <a:accent5>
      <a:srgbClr val="0097A7"/>
    </a:accent5>
    <a:accent6>
      <a:srgbClr val="EEFF41"/>
    </a:accent6>
    <a:hlink>
      <a:srgbClr val="0097A7"/>
    </a:hlink>
    <a:folHlink>
      <a:srgbClr val="0097A7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</TotalTime>
  <Words>732</Words>
  <Application>Microsoft Office PowerPoint</Application>
  <PresentationFormat>Presentación en pantalla (16:9)</PresentationFormat>
  <Paragraphs>80</Paragraphs>
  <Slides>13</Slides>
  <Notes>13</Notes>
  <HiddenSlides>1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19" baseType="lpstr">
      <vt:lpstr>Calibri</vt:lpstr>
      <vt:lpstr>Urbanist</vt:lpstr>
      <vt:lpstr>Urbanist Medium</vt:lpstr>
      <vt:lpstr>Arial</vt:lpstr>
      <vt:lpstr>Space Grotesk</vt:lpstr>
      <vt:lpstr>Simple Light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Luis Ernesto Quispe Quispe</dc:creator>
  <cp:lastModifiedBy>Luis Ernesto Quispe Quispe</cp:lastModifiedBy>
  <cp:revision>4</cp:revision>
  <dcterms:modified xsi:type="dcterms:W3CDTF">2026-06-20T09:05:09Z</dcterms:modified>
</cp:coreProperties>
</file>